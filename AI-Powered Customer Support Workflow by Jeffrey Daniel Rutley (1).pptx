
<file path=[Content_Types].xml><?xml version="1.0" encoding="utf-8"?>
<Types xmlns="http://schemas.openxmlformats.org/package/2006/content-types">
  <Default ContentType="image/jpeg" Extension="jpg"/>
  <Default ContentType="application/x-fontdata" Extension="fntdata"/>
  <Default ContentType="application/xml" Extension="xml"/>
  <Default ContentType="image/png" Extension="png"/>
  <Default ContentType="application/vnd.openxmlformats-officedocument.obfuscatedFont" Extension="odttf"/>
  <Default ContentType="application/vnd.openxmlformats-package.relationships+xml" Extension="rels"/>
  <Override ContentType="application/vnd.openxmlformats-officedocument.presentationml.notesSlide+xml" PartName="/ppt/notesSlides/notesSlide6.xml"/>
  <Override ContentType="application/vnd.openxmlformats-officedocument.presentationml.notesSlide+xml" PartName="/ppt/notesSlides/notesSlide1.xml"/>
  <Override ContentType="application/vnd.openxmlformats-officedocument.presentationml.notesSlide+xml" PartName="/ppt/notesSlides/notesSlide3.xml"/>
  <Override ContentType="application/vnd.openxmlformats-officedocument.presentationml.notesSlide+xml" PartName="/ppt/notesSlides/notesSlide7.xml"/>
  <Override ContentType="application/vnd.openxmlformats-officedocument.presentationml.notesSlide+xml" PartName="/ppt/notesSlides/notesSlide2.xml"/>
  <Override ContentType="application/vnd.openxmlformats-officedocument.presentationml.notesSlide+xml" PartName="/ppt/notesSlides/notesSlide5.xml"/>
  <Override ContentType="application/vnd.openxmlformats-officedocument.presentationml.notesSlide+xml" PartName="/ppt/notesSlides/notesSlide4.xml"/>
  <Override ContentType="application/vnd.openxmlformats-officedocument.presentationml.slideLayout+xml" PartName="/ppt/slideLayouts/slideLayout3.xml"/>
  <Override ContentType="application/vnd.openxmlformats-officedocument.presentationml.slideLayout+xml" PartName="/ppt/slideLayouts/slideLayout24.xml"/>
  <Override ContentType="application/vnd.openxmlformats-officedocument.presentationml.slideLayout+xml" PartName="/ppt/slideLayouts/slideLayout11.xml"/>
  <Override ContentType="application/vnd.openxmlformats-officedocument.presentationml.slideLayout+xml" PartName="/ppt/slideLayouts/slideLayout7.xml"/>
  <Override ContentType="application/vnd.openxmlformats-officedocument.presentationml.slideLayout+xml" PartName="/ppt/slideLayouts/slideLayout16.xml"/>
  <Override ContentType="application/vnd.openxmlformats-officedocument.presentationml.slideLayout+xml" PartName="/ppt/slideLayouts/slideLayout20.xml"/>
  <Override ContentType="application/vnd.openxmlformats-officedocument.presentationml.slideLayout+xml" PartName="/ppt/slideLayouts/slideLayout25.xml"/>
  <Override ContentType="application/vnd.openxmlformats-officedocument.presentationml.slideLayout+xml" PartName="/ppt/slideLayouts/slideLayout17.xml"/>
  <Override ContentType="application/vnd.openxmlformats-officedocument.presentationml.slideLayout+xml" PartName="/ppt/slideLayouts/slideLayout2.xml"/>
  <Override ContentType="application/vnd.openxmlformats-officedocument.presentationml.slideLayout+xml" PartName="/ppt/slideLayouts/slideLayout12.xml"/>
  <Override ContentType="application/vnd.openxmlformats-officedocument.presentationml.slideLayout+xml" PartName="/ppt/slideLayouts/slideLayout6.xml"/>
  <Override ContentType="application/vnd.openxmlformats-officedocument.presentationml.slideLayout+xml" PartName="/ppt/slideLayouts/slideLayout21.xml"/>
  <Override ContentType="application/vnd.openxmlformats-officedocument.presentationml.slideLayout+xml" PartName="/ppt/slideLayouts/slideLayout5.xml"/>
  <Override ContentType="application/vnd.openxmlformats-officedocument.presentationml.slideLayout+xml" PartName="/ppt/slideLayouts/slideLayout18.xml"/>
  <Override ContentType="application/vnd.openxmlformats-officedocument.presentationml.slideLayout+xml" PartName="/ppt/slideLayouts/slideLayout13.xml"/>
  <Override ContentType="application/vnd.openxmlformats-officedocument.presentationml.slideLayout+xml" PartName="/ppt/slideLayouts/slideLayout1.xml"/>
  <Override ContentType="application/vnd.openxmlformats-officedocument.presentationml.slideLayout+xml" PartName="/ppt/slideLayouts/slideLayout22.xml"/>
  <Override ContentType="application/vnd.openxmlformats-officedocument.presentationml.slideLayout+xml" PartName="/ppt/slideLayouts/slideLayout9.xml"/>
  <Override ContentType="application/vnd.openxmlformats-officedocument.presentationml.slideLayout+xml" PartName="/ppt/slideLayouts/slideLayout19.xml"/>
  <Override ContentType="application/vnd.openxmlformats-officedocument.presentationml.slideLayout+xml" PartName="/ppt/slideLayouts/slideLayout4.xml"/>
  <Override ContentType="application/vnd.openxmlformats-officedocument.presentationml.slideLayout+xml" PartName="/ppt/slideLayouts/slideLayout14.xml"/>
  <Override ContentType="application/vnd.openxmlformats-officedocument.presentationml.slideLayout+xml" PartName="/ppt/slideLayouts/slideLayout10.xml"/>
  <Override ContentType="application/vnd.openxmlformats-officedocument.presentationml.slideLayout+xml" PartName="/ppt/slideLayouts/slideLayout15.xml"/>
  <Override ContentType="application/vnd.openxmlformats-officedocument.presentationml.slideLayout+xml" PartName="/ppt/slideLayouts/slideLayout23.xml"/>
  <Override ContentType="application/vnd.openxmlformats-officedocument.presentationml.slideLayout+xml" PartName="/ppt/slideLayouts/slideLayout8.xml"/>
  <Override ContentType="application/vnd.openxmlformats-officedocument.presentationml.slideMaster+xml" PartName="/ppt/slideMasters/slideMaster2.xml"/>
  <Override ContentType="application/vnd.openxmlformats-officedocument.presentationml.slideMaster+xml" PartName="/ppt/slideMasters/slideMaster1.xml"/>
  <Override ContentType="application/vnd.openxmlformats-officedocument.presentationml.slide+xml" PartName="/ppt/slides/slide4.xml"/>
  <Override ContentType="application/vnd.openxmlformats-officedocument.presentationml.slide+xml" PartName="/ppt/slides/slide1.xml"/>
  <Override ContentType="application/vnd.openxmlformats-officedocument.presentationml.slide+xml" PartName="/ppt/slides/slide2.xml"/>
  <Override ContentType="application/vnd.openxmlformats-officedocument.presentationml.slide+xml" PartName="/ppt/slides/slide3.xml"/>
  <Override ContentType="application/vnd.openxmlformats-officedocument.presentationml.slide+xml" PartName="/ppt/slides/slide6.xml"/>
  <Override ContentType="application/vnd.openxmlformats-officedocument.presentationml.slide+xml" PartName="/ppt/slides/slide5.xml"/>
  <Override ContentType="application/vnd.openxmlformats-officedocument.presentationml.slide+xml" PartName="/ppt/slides/slide7.xml"/>
  <Override ContentType="application/vnd.openxmlformats-officedocument.presentationml.notesMaster+xml" PartName="/ppt/notesMasters/notesMaster1.xml"/>
  <Override ContentType="application/vnd.openxmlformats-officedocument.presentationml.presentation.main+xml" PartName="/ppt/presentation.xml"/>
  <Override ContentType="application/vnd.openxmlformats-officedocument.presentationml.presProps+xml" PartName="/ppt/presProps.xml"/>
  <Override ContentType="application/vnd.openxmlformats-officedocument.theme+xml" PartName="/ppt/theme/theme1.xml"/>
  <Override ContentType="application/vnd.openxmlformats-officedocument.theme+xml" PartName="/ppt/theme/theme2.xml"/>
  <Override ContentType="application/vnd.openxmlformats-officedocument.theme+xml" PartName="/ppt/theme/theme3.xml"/>
</Types>
</file>

<file path=_rels/.rels><?xml version="1.0" encoding="UTF-8" standalone="yes"?><Relationships xmlns="http://schemas.openxmlformats.org/package/2006/relationships"><Relationship Id="rId1" Type="http://schemas.openxmlformats.org/officeDocument/2006/relationships/officeDocument" Target="ppt/presentation.xml"/></Relationships>
</file>

<file path=ppt/presentation.xml><?xml version="1.0" encoding="utf-8"?>
<p:presentation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autoCompressPictures="0" embedTrueTypeFonts="1" strictFirstAndLastChars="0" saveSubsetFonts="1">
  <p:sldMasterIdLst>
    <p:sldMasterId id="2147483673" r:id="rId3"/>
    <p:sldMasterId id="2147483674" r:id="rId4"/>
  </p:sldMasterIdLst>
  <p:notesMasterIdLst>
    <p:notesMasterId r:id="rId5"/>
  </p:notesMasterIdLst>
  <p:sldIdLst>
    <p:sldId id="256" r:id="rId6"/>
    <p:sldId id="257" r:id="rId7"/>
    <p:sldId id="258" r:id="rId8"/>
    <p:sldId id="259" r:id="rId9"/>
    <p:sldId id="260" r:id="rId10"/>
    <p:sldId id="261" r:id="rId11"/>
    <p:sldId id="262" r:id="rId12"/>
  </p:sldIdLst>
  <p:sldSz cy="5143500" cx="9144000"/>
  <p:notesSz cx="6858000" cy="9144000"/>
  <p:embeddedFontLst>
    <p:embeddedFont>
      <p:font typeface="Inter"/>
      <p:regular r:id="rId13"/>
      <p:bold r:id="rId14"/>
      <p:italic r:id="rId15"/>
      <p:boldItalic r:id="rId16"/>
    </p:embeddedFont>
    <p:embeddedFont>
      <p:font typeface="Inter ExtraBold"/>
      <p:bold r:id="rId17"/>
      <p:boldItalic r:id="rId18"/>
    </p:embeddedFont>
    <p:embeddedFont>
      <p:font typeface="Inter Medium"/>
      <p:regular r:id="rId19"/>
      <p:bold r:id="rId20"/>
      <p:italic r:id="rId21"/>
      <p:boldItalic r:id="rId22"/>
    </p:embeddedFont>
  </p:embeddedFontLst>
  <p:defaultText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9pPr>
  </p:defaultTextStyle>
</p:presentation>
</file>

<file path=ppt/presProps.xml><?xml version="1.0" encoding="utf-8"?>
<p:presentationPr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file>

<file path=ppt/_rels/presentation.xml.rels><?xml version="1.0" encoding="UTF-8" standalone="yes"?><Relationships xmlns="http://schemas.openxmlformats.org/package/2006/relationships"><Relationship Id="rId20" Type="http://schemas.openxmlformats.org/officeDocument/2006/relationships/font" Target="fonts/InterMedium-bold.fntdata"/><Relationship Id="rId11" Type="http://schemas.openxmlformats.org/officeDocument/2006/relationships/slide" Target="slides/slide6.xml"/><Relationship Id="rId22" Type="http://schemas.openxmlformats.org/officeDocument/2006/relationships/font" Target="fonts/InterMedium-boldItalic.fntdata"/><Relationship Id="rId10" Type="http://schemas.openxmlformats.org/officeDocument/2006/relationships/slide" Target="slides/slide5.xml"/><Relationship Id="rId21" Type="http://schemas.openxmlformats.org/officeDocument/2006/relationships/font" Target="fonts/InterMedium-italic.fntdata"/><Relationship Id="rId13" Type="http://schemas.openxmlformats.org/officeDocument/2006/relationships/font" Target="fonts/Inter-regular.fntdata"/><Relationship Id="rId12" Type="http://schemas.openxmlformats.org/officeDocument/2006/relationships/slide" Target="slides/slide7.xml"/><Relationship Id="rId1" Type="http://schemas.openxmlformats.org/officeDocument/2006/relationships/theme" Target="theme/theme1.xml"/><Relationship Id="rId2" Type="http://schemas.openxmlformats.org/officeDocument/2006/relationships/presProps" Target="presProps.xml"/><Relationship Id="rId3" Type="http://schemas.openxmlformats.org/officeDocument/2006/relationships/slideMaster" Target="slideMasters/slideMaster1.xml"/><Relationship Id="rId4" Type="http://schemas.openxmlformats.org/officeDocument/2006/relationships/slideMaster" Target="slideMasters/slideMaster2.xml"/><Relationship Id="rId9" Type="http://schemas.openxmlformats.org/officeDocument/2006/relationships/slide" Target="slides/slide4.xml"/><Relationship Id="rId15" Type="http://schemas.openxmlformats.org/officeDocument/2006/relationships/font" Target="fonts/Inter-italic.fntdata"/><Relationship Id="rId14" Type="http://schemas.openxmlformats.org/officeDocument/2006/relationships/font" Target="fonts/Inter-bold.fntdata"/><Relationship Id="rId17" Type="http://schemas.openxmlformats.org/officeDocument/2006/relationships/font" Target="fonts/InterExtraBold-bold.fntdata"/><Relationship Id="rId16" Type="http://schemas.openxmlformats.org/officeDocument/2006/relationships/font" Target="fonts/Inter-boldItalic.fntdata"/><Relationship Id="rId5" Type="http://schemas.openxmlformats.org/officeDocument/2006/relationships/notesMaster" Target="notesMasters/notesMaster1.xml"/><Relationship Id="rId19" Type="http://schemas.openxmlformats.org/officeDocument/2006/relationships/font" Target="fonts/InterMedium-regular.fntdata"/><Relationship Id="rId6" Type="http://schemas.openxmlformats.org/officeDocument/2006/relationships/slide" Target="slides/slide1.xml"/><Relationship Id="rId18" Type="http://schemas.openxmlformats.org/officeDocument/2006/relationships/font" Target="fonts/InterExtraBold-boldItalic.fntdata"/><Relationship Id="rId7" Type="http://schemas.openxmlformats.org/officeDocument/2006/relationships/slide" Target="slides/slide2.xml"/><Relationship Id="rId8" Type="http://schemas.openxmlformats.org/officeDocument/2006/relationships/slide" Target="slides/slide3.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3.xml"/></Relationships>
</file>

<file path=ppt/notesMasters/notesMaster1.xml><?xml version="1.0" encoding="utf-8"?>
<p:notesMaster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2" name="Shape 2"/>
        <p:cNvGrpSpPr/>
        <p:nvPr/>
      </p:nvGrpSpPr>
      <p:grpSpPr>
        <a:xfrm>
          <a:off x="0" y="0"/>
          <a:ext cx="0" cy="0"/>
          <a:chOff x="0" y="0"/>
          <a:chExt cx="0" cy="0"/>
        </a:xfrm>
      </p:grpSpPr>
      <p:sp>
        <p:nvSpPr>
          <p:cNvPr id="3" name="Google Shape;3;n"/>
          <p:cNvSpPr/>
          <p:nvPr>
            <p:ph idx="2" type="sldImg"/>
          </p:nvPr>
        </p:nvSpPr>
        <p:spPr>
          <a:xfrm>
            <a:off x="381300" y="685800"/>
            <a:ext cx="6096075" cy="3429000"/>
          </a:xfrm>
          <a:custGeom>
            <a:rect b="b" l="l" r="r" t="t"/>
            <a:pathLst>
              <a:path extrusionOk="0" h="120000" w="120000">
                <a:moveTo>
                  <a:pt x="0" y="0"/>
                </a:moveTo>
                <a:lnTo>
                  <a:pt x="120000" y="0"/>
                </a:lnTo>
                <a:lnTo>
                  <a:pt x="120000" y="120000"/>
                </a:lnTo>
                <a:lnTo>
                  <a:pt x="0" y="120000"/>
                </a:lnTo>
                <a:close/>
              </a:path>
            </a:pathLst>
          </a:custGeom>
          <a:noFill/>
          <a:ln cap="flat" cmpd="sng" w="9525">
            <a:solidFill>
              <a:srgbClr val="000000"/>
            </a:solidFill>
            <a:prstDash val="solid"/>
            <a:round/>
            <a:headEnd len="sm" w="sm" type="none"/>
            <a:tailEnd len="sm" w="sm" type="none"/>
          </a:ln>
        </p:spPr>
      </p:sp>
      <p:sp>
        <p:nvSpPr>
          <p:cNvPr id="4" name="Google Shape;4;n"/>
          <p:cNvSpPr txBox="1"/>
          <p:nvPr>
            <p:ph idx="1" type="body"/>
          </p:nvPr>
        </p:nvSpPr>
        <p:spPr>
          <a:xfrm>
            <a:off x="685800" y="4343400"/>
            <a:ext cx="5486400" cy="4114800"/>
          </a:xfrm>
          <a:prstGeom prst="rect">
            <a:avLst/>
          </a:prstGeom>
          <a:noFill/>
          <a:ln>
            <a:noFill/>
          </a:ln>
        </p:spPr>
        <p:txBody>
          <a:bodyPr anchorCtr="0" anchor="t" bIns="91425" lIns="91425" spcFirstLastPara="1" rIns="91425" wrap="square" tIns="91425">
            <a:noAutofit/>
          </a:bodyPr>
          <a:lstStyle>
            <a:lvl1pPr indent="-298450" lvl="0" marL="457200">
              <a:spcBef>
                <a:spcPts val="0"/>
              </a:spcBef>
              <a:spcAft>
                <a:spcPts val="0"/>
              </a:spcAft>
              <a:buSzPts val="1100"/>
              <a:buChar char="●"/>
              <a:defRPr sz="1100"/>
            </a:lvl1pPr>
            <a:lvl2pPr indent="-298450" lvl="1" marL="914400">
              <a:spcBef>
                <a:spcPts val="0"/>
              </a:spcBef>
              <a:spcAft>
                <a:spcPts val="0"/>
              </a:spcAft>
              <a:buSzPts val="1100"/>
              <a:buChar char="○"/>
              <a:defRPr sz="1100"/>
            </a:lvl2pPr>
            <a:lvl3pPr indent="-298450" lvl="2" marL="1371600">
              <a:spcBef>
                <a:spcPts val="0"/>
              </a:spcBef>
              <a:spcAft>
                <a:spcPts val="0"/>
              </a:spcAft>
              <a:buSzPts val="1100"/>
              <a:buChar char="■"/>
              <a:defRPr sz="1100"/>
            </a:lvl3pPr>
            <a:lvl4pPr indent="-298450" lvl="3" marL="1828800">
              <a:spcBef>
                <a:spcPts val="0"/>
              </a:spcBef>
              <a:spcAft>
                <a:spcPts val="0"/>
              </a:spcAft>
              <a:buSzPts val="1100"/>
              <a:buChar char="●"/>
              <a:defRPr sz="1100"/>
            </a:lvl4pPr>
            <a:lvl5pPr indent="-298450" lvl="4" marL="2286000">
              <a:spcBef>
                <a:spcPts val="0"/>
              </a:spcBef>
              <a:spcAft>
                <a:spcPts val="0"/>
              </a:spcAft>
              <a:buSzPts val="1100"/>
              <a:buChar char="○"/>
              <a:defRPr sz="1100"/>
            </a:lvl5pPr>
            <a:lvl6pPr indent="-298450" lvl="5" marL="2743200">
              <a:spcBef>
                <a:spcPts val="0"/>
              </a:spcBef>
              <a:spcAft>
                <a:spcPts val="0"/>
              </a:spcAft>
              <a:buSzPts val="1100"/>
              <a:buChar char="■"/>
              <a:defRPr sz="1100"/>
            </a:lvl6pPr>
            <a:lvl7pPr indent="-298450" lvl="6" marL="3200400">
              <a:spcBef>
                <a:spcPts val="0"/>
              </a:spcBef>
              <a:spcAft>
                <a:spcPts val="0"/>
              </a:spcAft>
              <a:buSzPts val="1100"/>
              <a:buChar char="●"/>
              <a:defRPr sz="1100"/>
            </a:lvl7pPr>
            <a:lvl8pPr indent="-298450" lvl="7" marL="3657600">
              <a:spcBef>
                <a:spcPts val="0"/>
              </a:spcBef>
              <a:spcAft>
                <a:spcPts val="0"/>
              </a:spcAft>
              <a:buSzPts val="1100"/>
              <a:buChar char="○"/>
              <a:defRPr sz="1100"/>
            </a:lvl8pPr>
            <a:lvl9pPr indent="-298450" lvl="8" marL="4114800">
              <a:spcBef>
                <a:spcPts val="0"/>
              </a:spcBef>
              <a:spcAft>
                <a:spcPts val="0"/>
              </a:spcAft>
              <a:buSzPts val="1100"/>
              <a:buChar char="■"/>
              <a:defRPr sz="1100"/>
            </a:lvl9pPr>
          </a:lstStyle>
          <a:p/>
        </p:txBody>
      </p:sp>
    </p:spTree>
  </p:cSld>
  <p:clrMap accent1="accent1" accent2="accent2" accent3="accent3" accent4="accent4" accent5="accent5" accent6="accent6" bg1="lt1" bg2="dk2" tx1="dk1" tx2="lt2" folHlink="folHlink" hlink="hlink"/>
  <p:notes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9pPr>
  </p:notesStyle>
</p:notesMaster>
</file>

<file path=ppt/notesSlides/_rels/notesSlide1.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3.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4.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5.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6.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7.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78" name="Shape 78"/>
        <p:cNvGrpSpPr/>
        <p:nvPr/>
      </p:nvGrpSpPr>
      <p:grpSpPr>
        <a:xfrm>
          <a:off x="0" y="0"/>
          <a:ext cx="0" cy="0"/>
          <a:chOff x="0" y="0"/>
          <a:chExt cx="0" cy="0"/>
        </a:xfrm>
      </p:grpSpPr>
      <p:sp>
        <p:nvSpPr>
          <p:cNvPr id="79" name="Google Shape;79;g36e7cf68d7d_0_484: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80" name="Google Shape;80;g36e7cf68d7d_0_484: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2.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85" name="Shape 85"/>
        <p:cNvGrpSpPr/>
        <p:nvPr/>
      </p:nvGrpSpPr>
      <p:grpSpPr>
        <a:xfrm>
          <a:off x="0" y="0"/>
          <a:ext cx="0" cy="0"/>
          <a:chOff x="0" y="0"/>
          <a:chExt cx="0" cy="0"/>
        </a:xfrm>
      </p:grpSpPr>
      <p:sp>
        <p:nvSpPr>
          <p:cNvPr id="86" name="Google Shape;86;g36e7cf68d7d_0_147: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87" name="Google Shape;87;g36e7cf68d7d_0_147: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3.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92" name="Shape 92"/>
        <p:cNvGrpSpPr/>
        <p:nvPr/>
      </p:nvGrpSpPr>
      <p:grpSpPr>
        <a:xfrm>
          <a:off x="0" y="0"/>
          <a:ext cx="0" cy="0"/>
          <a:chOff x="0" y="0"/>
          <a:chExt cx="0" cy="0"/>
        </a:xfrm>
      </p:grpSpPr>
      <p:sp>
        <p:nvSpPr>
          <p:cNvPr id="93" name="Google Shape;93;g36e7cf68d7d_0_79: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94" name="Google Shape;94;g36e7cf68d7d_0_79: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4.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99" name="Shape 99"/>
        <p:cNvGrpSpPr/>
        <p:nvPr/>
      </p:nvGrpSpPr>
      <p:grpSpPr>
        <a:xfrm>
          <a:off x="0" y="0"/>
          <a:ext cx="0" cy="0"/>
          <a:chOff x="0" y="0"/>
          <a:chExt cx="0" cy="0"/>
        </a:xfrm>
      </p:grpSpPr>
      <p:sp>
        <p:nvSpPr>
          <p:cNvPr id="100" name="Google Shape;100;g36e7cf68d7d_0_209: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101" name="Google Shape;101;g36e7cf68d7d_0_209: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5.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05" name="Shape 105"/>
        <p:cNvGrpSpPr/>
        <p:nvPr/>
      </p:nvGrpSpPr>
      <p:grpSpPr>
        <a:xfrm>
          <a:off x="0" y="0"/>
          <a:ext cx="0" cy="0"/>
          <a:chOff x="0" y="0"/>
          <a:chExt cx="0" cy="0"/>
        </a:xfrm>
      </p:grpSpPr>
      <p:sp>
        <p:nvSpPr>
          <p:cNvPr id="106" name="Google Shape;106;g36e7cf68d7d_0_245: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107" name="Google Shape;107;g36e7cf68d7d_0_245: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6.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13" name="Shape 113"/>
        <p:cNvGrpSpPr/>
        <p:nvPr/>
      </p:nvGrpSpPr>
      <p:grpSpPr>
        <a:xfrm>
          <a:off x="0" y="0"/>
          <a:ext cx="0" cy="0"/>
          <a:chOff x="0" y="0"/>
          <a:chExt cx="0" cy="0"/>
        </a:xfrm>
      </p:grpSpPr>
      <p:sp>
        <p:nvSpPr>
          <p:cNvPr id="114" name="Google Shape;114;g36e7cf68d7d_0_280: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115" name="Google Shape;115;g36e7cf68d7d_0_280: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7.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20" name="Shape 120"/>
        <p:cNvGrpSpPr/>
        <p:nvPr/>
      </p:nvGrpSpPr>
      <p:grpSpPr>
        <a:xfrm>
          <a:off x="0" y="0"/>
          <a:ext cx="0" cy="0"/>
          <a:chOff x="0" y="0"/>
          <a:chExt cx="0" cy="0"/>
        </a:xfrm>
      </p:grpSpPr>
      <p:sp>
        <p:nvSpPr>
          <p:cNvPr id="121" name="Google Shape;121;g36e7cf68d7d_0_454: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122" name="Google Shape;122;g36e7cf68d7d_0_454: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4.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15.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16.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17.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18.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19.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20.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21.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22.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23.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24.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25.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slideLayout1.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itle slide" type="title">
  <p:cSld name="TITLE">
    <p:spTree>
      <p:nvGrpSpPr>
        <p:cNvPr id="9" name="Shape 9"/>
        <p:cNvGrpSpPr/>
        <p:nvPr/>
      </p:nvGrpSpPr>
      <p:grpSpPr>
        <a:xfrm>
          <a:off x="0" y="0"/>
          <a:ext cx="0" cy="0"/>
          <a:chOff x="0" y="0"/>
          <a:chExt cx="0" cy="0"/>
        </a:xfrm>
      </p:grpSpPr>
      <p:sp>
        <p:nvSpPr>
          <p:cNvPr id="10" name="Google Shape;10;p2"/>
          <p:cNvSpPr txBox="1"/>
          <p:nvPr>
            <p:ph type="ctrTitle"/>
          </p:nvPr>
        </p:nvSpPr>
        <p:spPr>
          <a:xfrm>
            <a:off x="311708" y="744575"/>
            <a:ext cx="8520600" cy="2052600"/>
          </a:xfrm>
          <a:prstGeom prst="rect">
            <a:avLst/>
          </a:prstGeom>
        </p:spPr>
        <p:txBody>
          <a:bodyPr anchorCtr="0" anchor="b" bIns="91425" lIns="91425" spcFirstLastPara="1" rIns="91425" wrap="square" tIns="91425">
            <a:normAutofit/>
          </a:bodyPr>
          <a:lstStyle>
            <a:lvl1pPr lvl="0" algn="ctr">
              <a:spcBef>
                <a:spcPts val="0"/>
              </a:spcBef>
              <a:spcAft>
                <a:spcPts val="0"/>
              </a:spcAft>
              <a:buSzPts val="5200"/>
              <a:buNone/>
              <a:defRPr sz="5200"/>
            </a:lvl1pPr>
            <a:lvl2pPr lvl="1" algn="ctr">
              <a:spcBef>
                <a:spcPts val="0"/>
              </a:spcBef>
              <a:spcAft>
                <a:spcPts val="0"/>
              </a:spcAft>
              <a:buSzPts val="5200"/>
              <a:buNone/>
              <a:defRPr sz="5200"/>
            </a:lvl2pPr>
            <a:lvl3pPr lvl="2" algn="ctr">
              <a:spcBef>
                <a:spcPts val="0"/>
              </a:spcBef>
              <a:spcAft>
                <a:spcPts val="0"/>
              </a:spcAft>
              <a:buSzPts val="5200"/>
              <a:buNone/>
              <a:defRPr sz="5200"/>
            </a:lvl3pPr>
            <a:lvl4pPr lvl="3" algn="ctr">
              <a:spcBef>
                <a:spcPts val="0"/>
              </a:spcBef>
              <a:spcAft>
                <a:spcPts val="0"/>
              </a:spcAft>
              <a:buSzPts val="5200"/>
              <a:buNone/>
              <a:defRPr sz="5200"/>
            </a:lvl4pPr>
            <a:lvl5pPr lvl="4" algn="ctr">
              <a:spcBef>
                <a:spcPts val="0"/>
              </a:spcBef>
              <a:spcAft>
                <a:spcPts val="0"/>
              </a:spcAft>
              <a:buSzPts val="5200"/>
              <a:buNone/>
              <a:defRPr sz="5200"/>
            </a:lvl5pPr>
            <a:lvl6pPr lvl="5" algn="ctr">
              <a:spcBef>
                <a:spcPts val="0"/>
              </a:spcBef>
              <a:spcAft>
                <a:spcPts val="0"/>
              </a:spcAft>
              <a:buSzPts val="5200"/>
              <a:buNone/>
              <a:defRPr sz="5200"/>
            </a:lvl6pPr>
            <a:lvl7pPr lvl="6" algn="ctr">
              <a:spcBef>
                <a:spcPts val="0"/>
              </a:spcBef>
              <a:spcAft>
                <a:spcPts val="0"/>
              </a:spcAft>
              <a:buSzPts val="5200"/>
              <a:buNone/>
              <a:defRPr sz="5200"/>
            </a:lvl7pPr>
            <a:lvl8pPr lvl="7" algn="ctr">
              <a:spcBef>
                <a:spcPts val="0"/>
              </a:spcBef>
              <a:spcAft>
                <a:spcPts val="0"/>
              </a:spcAft>
              <a:buSzPts val="5200"/>
              <a:buNone/>
              <a:defRPr sz="5200"/>
            </a:lvl8pPr>
            <a:lvl9pPr lvl="8" algn="ctr">
              <a:spcBef>
                <a:spcPts val="0"/>
              </a:spcBef>
              <a:spcAft>
                <a:spcPts val="0"/>
              </a:spcAft>
              <a:buSzPts val="5200"/>
              <a:buNone/>
              <a:defRPr sz="5200"/>
            </a:lvl9pPr>
          </a:lstStyle>
          <a:p/>
        </p:txBody>
      </p:sp>
      <p:sp>
        <p:nvSpPr>
          <p:cNvPr id="11" name="Google Shape;11;p2"/>
          <p:cNvSpPr txBox="1"/>
          <p:nvPr>
            <p:ph idx="1" type="subTitle"/>
          </p:nvPr>
        </p:nvSpPr>
        <p:spPr>
          <a:xfrm>
            <a:off x="311700" y="2834125"/>
            <a:ext cx="8520600" cy="792600"/>
          </a:xfrm>
          <a:prstGeom prst="rect">
            <a:avLst/>
          </a:prstGeom>
        </p:spPr>
        <p:txBody>
          <a:bodyPr anchorCtr="0" anchor="t" bIns="91425" lIns="91425" spcFirstLastPara="1" rIns="91425" wrap="square" tIns="91425">
            <a:normAutofit/>
          </a:bodyPr>
          <a:lstStyle>
            <a:lvl1pPr lvl="0" algn="ctr">
              <a:lnSpc>
                <a:spcPct val="100000"/>
              </a:lnSpc>
              <a:spcBef>
                <a:spcPts val="0"/>
              </a:spcBef>
              <a:spcAft>
                <a:spcPts val="0"/>
              </a:spcAft>
              <a:buSzPts val="2800"/>
              <a:buNone/>
              <a:defRPr sz="2800"/>
            </a:lvl1pPr>
            <a:lvl2pPr lvl="1" algn="ctr">
              <a:lnSpc>
                <a:spcPct val="100000"/>
              </a:lnSpc>
              <a:spcBef>
                <a:spcPts val="0"/>
              </a:spcBef>
              <a:spcAft>
                <a:spcPts val="0"/>
              </a:spcAft>
              <a:buSzPts val="2800"/>
              <a:buNone/>
              <a:defRPr sz="2800"/>
            </a:lvl2pPr>
            <a:lvl3pPr lvl="2" algn="ctr">
              <a:lnSpc>
                <a:spcPct val="100000"/>
              </a:lnSpc>
              <a:spcBef>
                <a:spcPts val="0"/>
              </a:spcBef>
              <a:spcAft>
                <a:spcPts val="0"/>
              </a:spcAft>
              <a:buSzPts val="2800"/>
              <a:buNone/>
              <a:defRPr sz="2800"/>
            </a:lvl3pPr>
            <a:lvl4pPr lvl="3" algn="ctr">
              <a:lnSpc>
                <a:spcPct val="100000"/>
              </a:lnSpc>
              <a:spcBef>
                <a:spcPts val="0"/>
              </a:spcBef>
              <a:spcAft>
                <a:spcPts val="0"/>
              </a:spcAft>
              <a:buSzPts val="2800"/>
              <a:buNone/>
              <a:defRPr sz="2800"/>
            </a:lvl4pPr>
            <a:lvl5pPr lvl="4" algn="ctr">
              <a:lnSpc>
                <a:spcPct val="100000"/>
              </a:lnSpc>
              <a:spcBef>
                <a:spcPts val="0"/>
              </a:spcBef>
              <a:spcAft>
                <a:spcPts val="0"/>
              </a:spcAft>
              <a:buSzPts val="2800"/>
              <a:buNone/>
              <a:defRPr sz="2800"/>
            </a:lvl5pPr>
            <a:lvl6pPr lvl="5" algn="ctr">
              <a:lnSpc>
                <a:spcPct val="100000"/>
              </a:lnSpc>
              <a:spcBef>
                <a:spcPts val="0"/>
              </a:spcBef>
              <a:spcAft>
                <a:spcPts val="0"/>
              </a:spcAft>
              <a:buSzPts val="2800"/>
              <a:buNone/>
              <a:defRPr sz="2800"/>
            </a:lvl6pPr>
            <a:lvl7pPr lvl="6" algn="ctr">
              <a:lnSpc>
                <a:spcPct val="100000"/>
              </a:lnSpc>
              <a:spcBef>
                <a:spcPts val="0"/>
              </a:spcBef>
              <a:spcAft>
                <a:spcPts val="0"/>
              </a:spcAft>
              <a:buSzPts val="2800"/>
              <a:buNone/>
              <a:defRPr sz="2800"/>
            </a:lvl7pPr>
            <a:lvl8pPr lvl="7" algn="ctr">
              <a:lnSpc>
                <a:spcPct val="100000"/>
              </a:lnSpc>
              <a:spcBef>
                <a:spcPts val="0"/>
              </a:spcBef>
              <a:spcAft>
                <a:spcPts val="0"/>
              </a:spcAft>
              <a:buSzPts val="2800"/>
              <a:buNone/>
              <a:defRPr sz="2800"/>
            </a:lvl8pPr>
            <a:lvl9pPr lvl="8" algn="ctr">
              <a:lnSpc>
                <a:spcPct val="100000"/>
              </a:lnSpc>
              <a:spcBef>
                <a:spcPts val="0"/>
              </a:spcBef>
              <a:spcAft>
                <a:spcPts val="0"/>
              </a:spcAft>
              <a:buSzPts val="2800"/>
              <a:buNone/>
              <a:defRPr sz="2800"/>
            </a:lvl9pPr>
          </a:lstStyle>
          <a:p/>
        </p:txBody>
      </p:sp>
      <p:sp>
        <p:nvSpPr>
          <p:cNvPr id="12" name="Google Shape;12;p2"/>
          <p:cNvSpPr txBox="1"/>
          <p:nvPr>
            <p:ph idx="12" type="sldNum"/>
          </p:nvPr>
        </p:nvSpPr>
        <p:spPr>
          <a:xfrm>
            <a:off x="8472458" y="4663217"/>
            <a:ext cx="548700" cy="393600"/>
          </a:xfrm>
          <a:prstGeom prst="rect">
            <a:avLst/>
          </a:prstGeom>
        </p:spPr>
        <p:txBody>
          <a:bodyPr anchorCtr="0" anchor="ctr" bIns="91425" lIns="91425" spcFirstLastPara="1" rIns="91425" wrap="square" tIns="91425">
            <a:norm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indent="0" lvl="0" marL="0" rtl="0" algn="r">
              <a:spcBef>
                <a:spcPts val="0"/>
              </a:spcBef>
              <a:spcAft>
                <a:spcPts val="0"/>
              </a:spcAft>
              <a:buNone/>
            </a:pPr>
            <a:fld id="{00000000-1234-1234-1234-123412341234}" type="slidenum">
              <a:rPr lang="en"/>
              <a:t>‹#›</a:t>
            </a:fld>
            <a:endParaRPr/>
          </a:p>
        </p:txBody>
      </p:sp>
    </p:spTree>
  </p:cSld>
  <p:clrMapOvr>
    <a:masterClrMapping/>
  </p:clrMapOvr>
</p:sldLayout>
</file>

<file path=ppt/slideLayouts/slideLayout2.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Section header" type="secHead">
  <p:cSld name="SECTION_HEADER">
    <p:spTree>
      <p:nvGrpSpPr>
        <p:cNvPr id="13" name="Shape 13"/>
        <p:cNvGrpSpPr/>
        <p:nvPr/>
      </p:nvGrpSpPr>
      <p:grpSpPr>
        <a:xfrm>
          <a:off x="0" y="0"/>
          <a:ext cx="0" cy="0"/>
          <a:chOff x="0" y="0"/>
          <a:chExt cx="0" cy="0"/>
        </a:xfrm>
      </p:grpSpPr>
      <p:sp>
        <p:nvSpPr>
          <p:cNvPr id="14" name="Google Shape;14;p3"/>
          <p:cNvSpPr txBox="1"/>
          <p:nvPr>
            <p:ph type="title"/>
          </p:nvPr>
        </p:nvSpPr>
        <p:spPr>
          <a:xfrm>
            <a:off x="311700" y="2150850"/>
            <a:ext cx="8520600" cy="841800"/>
          </a:xfrm>
          <a:prstGeom prst="rect">
            <a:avLst/>
          </a:prstGeom>
        </p:spPr>
        <p:txBody>
          <a:bodyPr anchorCtr="0" anchor="ctr" bIns="91425" lIns="91425" spcFirstLastPara="1" rIns="91425" wrap="square" tIns="91425">
            <a:normAutofit/>
          </a:bodyPr>
          <a:lstStyle>
            <a:lvl1pPr lvl="0" algn="ctr">
              <a:spcBef>
                <a:spcPts val="0"/>
              </a:spcBef>
              <a:spcAft>
                <a:spcPts val="0"/>
              </a:spcAft>
              <a:buSzPts val="3600"/>
              <a:buNone/>
              <a:defRPr sz="3600"/>
            </a:lvl1pPr>
            <a:lvl2pPr lvl="1" algn="ctr">
              <a:spcBef>
                <a:spcPts val="0"/>
              </a:spcBef>
              <a:spcAft>
                <a:spcPts val="0"/>
              </a:spcAft>
              <a:buSzPts val="3600"/>
              <a:buNone/>
              <a:defRPr sz="3600"/>
            </a:lvl2pPr>
            <a:lvl3pPr lvl="2" algn="ctr">
              <a:spcBef>
                <a:spcPts val="0"/>
              </a:spcBef>
              <a:spcAft>
                <a:spcPts val="0"/>
              </a:spcAft>
              <a:buSzPts val="3600"/>
              <a:buNone/>
              <a:defRPr sz="3600"/>
            </a:lvl3pPr>
            <a:lvl4pPr lvl="3" algn="ctr">
              <a:spcBef>
                <a:spcPts val="0"/>
              </a:spcBef>
              <a:spcAft>
                <a:spcPts val="0"/>
              </a:spcAft>
              <a:buSzPts val="3600"/>
              <a:buNone/>
              <a:defRPr sz="3600"/>
            </a:lvl4pPr>
            <a:lvl5pPr lvl="4" algn="ctr">
              <a:spcBef>
                <a:spcPts val="0"/>
              </a:spcBef>
              <a:spcAft>
                <a:spcPts val="0"/>
              </a:spcAft>
              <a:buSzPts val="3600"/>
              <a:buNone/>
              <a:defRPr sz="3600"/>
            </a:lvl5pPr>
            <a:lvl6pPr lvl="5" algn="ctr">
              <a:spcBef>
                <a:spcPts val="0"/>
              </a:spcBef>
              <a:spcAft>
                <a:spcPts val="0"/>
              </a:spcAft>
              <a:buSzPts val="3600"/>
              <a:buNone/>
              <a:defRPr sz="3600"/>
            </a:lvl6pPr>
            <a:lvl7pPr lvl="6" algn="ctr">
              <a:spcBef>
                <a:spcPts val="0"/>
              </a:spcBef>
              <a:spcAft>
                <a:spcPts val="0"/>
              </a:spcAft>
              <a:buSzPts val="3600"/>
              <a:buNone/>
              <a:defRPr sz="3600"/>
            </a:lvl7pPr>
            <a:lvl8pPr lvl="7" algn="ctr">
              <a:spcBef>
                <a:spcPts val="0"/>
              </a:spcBef>
              <a:spcAft>
                <a:spcPts val="0"/>
              </a:spcAft>
              <a:buSzPts val="3600"/>
              <a:buNone/>
              <a:defRPr sz="3600"/>
            </a:lvl8pPr>
            <a:lvl9pPr lvl="8" algn="ctr">
              <a:spcBef>
                <a:spcPts val="0"/>
              </a:spcBef>
              <a:spcAft>
                <a:spcPts val="0"/>
              </a:spcAft>
              <a:buSzPts val="3600"/>
              <a:buNone/>
              <a:defRPr sz="3600"/>
            </a:lvl9pPr>
          </a:lstStyle>
          <a:p/>
        </p:txBody>
      </p:sp>
      <p:sp>
        <p:nvSpPr>
          <p:cNvPr id="15" name="Google Shape;15;p3"/>
          <p:cNvSpPr txBox="1"/>
          <p:nvPr>
            <p:ph idx="12" type="sldNum"/>
          </p:nvPr>
        </p:nvSpPr>
        <p:spPr>
          <a:xfrm>
            <a:off x="8472458" y="4663217"/>
            <a:ext cx="548700" cy="393600"/>
          </a:xfrm>
          <a:prstGeom prst="rect">
            <a:avLst/>
          </a:prstGeom>
        </p:spPr>
        <p:txBody>
          <a:bodyPr anchorCtr="0" anchor="ctr" bIns="91425" lIns="91425" spcFirstLastPara="1" rIns="91425" wrap="square" tIns="91425">
            <a:norm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indent="0" lvl="0" marL="0" rtl="0" algn="r">
              <a:spcBef>
                <a:spcPts val="0"/>
              </a:spcBef>
              <a:spcAft>
                <a:spcPts val="0"/>
              </a:spcAft>
              <a:buNone/>
            </a:pPr>
            <a:fld id="{00000000-1234-1234-1234-123412341234}" type="slidenum">
              <a:rPr lang="en"/>
              <a:t>‹#›</a:t>
            </a:fld>
            <a:endParaRPr/>
          </a:p>
        </p:txBody>
      </p:sp>
    </p:spTree>
  </p:cSld>
  <p:clrMapOvr>
    <a:masterClrMapping/>
  </p:clrMapOvr>
</p:sldLayout>
</file>

<file path=ppt/slideLayouts/slideLayout3.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itle and body" type="tx">
  <p:cSld name="TITLE_AND_BODY">
    <p:spTree>
      <p:nvGrpSpPr>
        <p:cNvPr id="16" name="Shape 16"/>
        <p:cNvGrpSpPr/>
        <p:nvPr/>
      </p:nvGrpSpPr>
      <p:grpSpPr>
        <a:xfrm>
          <a:off x="0" y="0"/>
          <a:ext cx="0" cy="0"/>
          <a:chOff x="0" y="0"/>
          <a:chExt cx="0" cy="0"/>
        </a:xfrm>
      </p:grpSpPr>
      <p:sp>
        <p:nvSpPr>
          <p:cNvPr id="17" name="Google Shape;17;p4"/>
          <p:cNvSpPr txBox="1"/>
          <p:nvPr>
            <p:ph type="title"/>
          </p:nvPr>
        </p:nvSpPr>
        <p:spPr>
          <a:xfrm>
            <a:off x="311700" y="445025"/>
            <a:ext cx="8520600" cy="572700"/>
          </a:xfrm>
          <a:prstGeom prst="rect">
            <a:avLst/>
          </a:prstGeom>
        </p:spPr>
        <p:txBody>
          <a:bodyPr anchorCtr="0" anchor="t" bIns="91425" lIns="91425" spcFirstLastPara="1" rIns="91425" wrap="square" tIns="91425">
            <a:normAutofit/>
          </a:bodyPr>
          <a:lstStyle>
            <a:lvl1pPr lvl="0">
              <a:spcBef>
                <a:spcPts val="0"/>
              </a:spcBef>
              <a:spcAft>
                <a:spcPts val="0"/>
              </a:spcAft>
              <a:buSzPts val="2800"/>
              <a:buNone/>
              <a:defRPr/>
            </a:lvl1pPr>
            <a:lvl2pPr lvl="1">
              <a:spcBef>
                <a:spcPts val="0"/>
              </a:spcBef>
              <a:spcAft>
                <a:spcPts val="0"/>
              </a:spcAft>
              <a:buSzPts val="2800"/>
              <a:buNone/>
              <a:defRPr/>
            </a:lvl2pPr>
            <a:lvl3pPr lvl="2">
              <a:spcBef>
                <a:spcPts val="0"/>
              </a:spcBef>
              <a:spcAft>
                <a:spcPts val="0"/>
              </a:spcAft>
              <a:buSzPts val="2800"/>
              <a:buNone/>
              <a:defRPr/>
            </a:lvl3pPr>
            <a:lvl4pPr lvl="3">
              <a:spcBef>
                <a:spcPts val="0"/>
              </a:spcBef>
              <a:spcAft>
                <a:spcPts val="0"/>
              </a:spcAft>
              <a:buSzPts val="2800"/>
              <a:buNone/>
              <a:defRPr/>
            </a:lvl4pPr>
            <a:lvl5pPr lvl="4">
              <a:spcBef>
                <a:spcPts val="0"/>
              </a:spcBef>
              <a:spcAft>
                <a:spcPts val="0"/>
              </a:spcAft>
              <a:buSzPts val="2800"/>
              <a:buNone/>
              <a:defRPr/>
            </a:lvl5pPr>
            <a:lvl6pPr lvl="5">
              <a:spcBef>
                <a:spcPts val="0"/>
              </a:spcBef>
              <a:spcAft>
                <a:spcPts val="0"/>
              </a:spcAft>
              <a:buSzPts val="2800"/>
              <a:buNone/>
              <a:defRPr/>
            </a:lvl6pPr>
            <a:lvl7pPr lvl="6">
              <a:spcBef>
                <a:spcPts val="0"/>
              </a:spcBef>
              <a:spcAft>
                <a:spcPts val="0"/>
              </a:spcAft>
              <a:buSzPts val="2800"/>
              <a:buNone/>
              <a:defRPr/>
            </a:lvl7pPr>
            <a:lvl8pPr lvl="7">
              <a:spcBef>
                <a:spcPts val="0"/>
              </a:spcBef>
              <a:spcAft>
                <a:spcPts val="0"/>
              </a:spcAft>
              <a:buSzPts val="2800"/>
              <a:buNone/>
              <a:defRPr/>
            </a:lvl8pPr>
            <a:lvl9pPr lvl="8">
              <a:spcBef>
                <a:spcPts val="0"/>
              </a:spcBef>
              <a:spcAft>
                <a:spcPts val="0"/>
              </a:spcAft>
              <a:buSzPts val="2800"/>
              <a:buNone/>
              <a:defRPr/>
            </a:lvl9pPr>
          </a:lstStyle>
          <a:p/>
        </p:txBody>
      </p:sp>
      <p:sp>
        <p:nvSpPr>
          <p:cNvPr id="18" name="Google Shape;18;p4"/>
          <p:cNvSpPr txBox="1"/>
          <p:nvPr>
            <p:ph idx="1" type="body"/>
          </p:nvPr>
        </p:nvSpPr>
        <p:spPr>
          <a:xfrm>
            <a:off x="311700" y="1152475"/>
            <a:ext cx="8520600" cy="3416400"/>
          </a:xfrm>
          <a:prstGeom prst="rect">
            <a:avLst/>
          </a:prstGeom>
        </p:spPr>
        <p:txBody>
          <a:bodyPr anchorCtr="0" anchor="t" bIns="91425" lIns="91425" spcFirstLastPara="1" rIns="91425" wrap="square" tIns="91425">
            <a:normAutofit/>
          </a:bodyPr>
          <a:lstStyle>
            <a:lvl1pPr indent="-342900" lvl="0" marL="457200">
              <a:spcBef>
                <a:spcPts val="0"/>
              </a:spcBef>
              <a:spcAft>
                <a:spcPts val="0"/>
              </a:spcAft>
              <a:buSzPts val="1800"/>
              <a:buChar char="●"/>
              <a:defRPr/>
            </a:lvl1pPr>
            <a:lvl2pPr indent="-317500" lvl="1" marL="914400">
              <a:spcBef>
                <a:spcPts val="0"/>
              </a:spcBef>
              <a:spcAft>
                <a:spcPts val="0"/>
              </a:spcAft>
              <a:buSzPts val="1400"/>
              <a:buChar char="○"/>
              <a:defRPr/>
            </a:lvl2pPr>
            <a:lvl3pPr indent="-317500" lvl="2" marL="1371600">
              <a:spcBef>
                <a:spcPts val="0"/>
              </a:spcBef>
              <a:spcAft>
                <a:spcPts val="0"/>
              </a:spcAft>
              <a:buSzPts val="1400"/>
              <a:buChar char="■"/>
              <a:defRPr/>
            </a:lvl3pPr>
            <a:lvl4pPr indent="-317500" lvl="3" marL="1828800">
              <a:spcBef>
                <a:spcPts val="0"/>
              </a:spcBef>
              <a:spcAft>
                <a:spcPts val="0"/>
              </a:spcAft>
              <a:buSzPts val="1400"/>
              <a:buChar char="●"/>
              <a:defRPr/>
            </a:lvl4pPr>
            <a:lvl5pPr indent="-317500" lvl="4" marL="2286000">
              <a:spcBef>
                <a:spcPts val="0"/>
              </a:spcBef>
              <a:spcAft>
                <a:spcPts val="0"/>
              </a:spcAft>
              <a:buSzPts val="1400"/>
              <a:buChar char="○"/>
              <a:defRPr/>
            </a:lvl5pPr>
            <a:lvl6pPr indent="-317500" lvl="5" marL="2743200">
              <a:spcBef>
                <a:spcPts val="0"/>
              </a:spcBef>
              <a:spcAft>
                <a:spcPts val="0"/>
              </a:spcAft>
              <a:buSzPts val="1400"/>
              <a:buChar char="■"/>
              <a:defRPr/>
            </a:lvl6pPr>
            <a:lvl7pPr indent="-317500" lvl="6" marL="3200400">
              <a:spcBef>
                <a:spcPts val="0"/>
              </a:spcBef>
              <a:spcAft>
                <a:spcPts val="0"/>
              </a:spcAft>
              <a:buSzPts val="1400"/>
              <a:buChar char="●"/>
              <a:defRPr/>
            </a:lvl7pPr>
            <a:lvl8pPr indent="-317500" lvl="7" marL="3657600">
              <a:spcBef>
                <a:spcPts val="0"/>
              </a:spcBef>
              <a:spcAft>
                <a:spcPts val="0"/>
              </a:spcAft>
              <a:buSzPts val="1400"/>
              <a:buChar char="○"/>
              <a:defRPr/>
            </a:lvl8pPr>
            <a:lvl9pPr indent="-317500" lvl="8" marL="4114800">
              <a:spcBef>
                <a:spcPts val="0"/>
              </a:spcBef>
              <a:spcAft>
                <a:spcPts val="0"/>
              </a:spcAft>
              <a:buSzPts val="1400"/>
              <a:buChar char="■"/>
              <a:defRPr/>
            </a:lvl9pPr>
          </a:lstStyle>
          <a:p/>
        </p:txBody>
      </p:sp>
      <p:sp>
        <p:nvSpPr>
          <p:cNvPr id="19" name="Google Shape;19;p4"/>
          <p:cNvSpPr txBox="1"/>
          <p:nvPr>
            <p:ph idx="12" type="sldNum"/>
          </p:nvPr>
        </p:nvSpPr>
        <p:spPr>
          <a:xfrm>
            <a:off x="8472458" y="4663217"/>
            <a:ext cx="548700" cy="393600"/>
          </a:xfrm>
          <a:prstGeom prst="rect">
            <a:avLst/>
          </a:prstGeom>
        </p:spPr>
        <p:txBody>
          <a:bodyPr anchorCtr="0" anchor="ctr" bIns="91425" lIns="91425" spcFirstLastPara="1" rIns="91425" wrap="square" tIns="91425">
            <a:norm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indent="0" lvl="0" marL="0" rtl="0" algn="r">
              <a:spcBef>
                <a:spcPts val="0"/>
              </a:spcBef>
              <a:spcAft>
                <a:spcPts val="0"/>
              </a:spcAft>
              <a:buNone/>
            </a:pPr>
            <a:fld id="{00000000-1234-1234-1234-123412341234}" type="slidenum">
              <a:rPr lang="en"/>
              <a:t>‹#›</a:t>
            </a:fld>
            <a:endParaRPr/>
          </a:p>
        </p:txBody>
      </p:sp>
    </p:spTree>
  </p:cSld>
  <p:clrMapOvr>
    <a:masterClrMapping/>
  </p:clrMapOvr>
</p:sldLayout>
</file>

<file path=ppt/slideLayouts/slideLayout4.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itle and two columns" type="twoColTx">
  <p:cSld name="TITLE_AND_TWO_COLUMNS">
    <p:spTree>
      <p:nvGrpSpPr>
        <p:cNvPr id="20" name="Shape 20"/>
        <p:cNvGrpSpPr/>
        <p:nvPr/>
      </p:nvGrpSpPr>
      <p:grpSpPr>
        <a:xfrm>
          <a:off x="0" y="0"/>
          <a:ext cx="0" cy="0"/>
          <a:chOff x="0" y="0"/>
          <a:chExt cx="0" cy="0"/>
        </a:xfrm>
      </p:grpSpPr>
      <p:sp>
        <p:nvSpPr>
          <p:cNvPr id="21" name="Google Shape;21;p5"/>
          <p:cNvSpPr txBox="1"/>
          <p:nvPr>
            <p:ph type="title"/>
          </p:nvPr>
        </p:nvSpPr>
        <p:spPr>
          <a:xfrm>
            <a:off x="311700" y="445025"/>
            <a:ext cx="8520600" cy="572700"/>
          </a:xfrm>
          <a:prstGeom prst="rect">
            <a:avLst/>
          </a:prstGeom>
        </p:spPr>
        <p:txBody>
          <a:bodyPr anchorCtr="0" anchor="t" bIns="91425" lIns="91425" spcFirstLastPara="1" rIns="91425" wrap="square" tIns="91425">
            <a:normAutofit/>
          </a:bodyPr>
          <a:lstStyle>
            <a:lvl1pPr lvl="0">
              <a:spcBef>
                <a:spcPts val="0"/>
              </a:spcBef>
              <a:spcAft>
                <a:spcPts val="0"/>
              </a:spcAft>
              <a:buSzPts val="2800"/>
              <a:buNone/>
              <a:defRPr/>
            </a:lvl1pPr>
            <a:lvl2pPr lvl="1">
              <a:spcBef>
                <a:spcPts val="0"/>
              </a:spcBef>
              <a:spcAft>
                <a:spcPts val="0"/>
              </a:spcAft>
              <a:buSzPts val="2800"/>
              <a:buNone/>
              <a:defRPr/>
            </a:lvl2pPr>
            <a:lvl3pPr lvl="2">
              <a:spcBef>
                <a:spcPts val="0"/>
              </a:spcBef>
              <a:spcAft>
                <a:spcPts val="0"/>
              </a:spcAft>
              <a:buSzPts val="2800"/>
              <a:buNone/>
              <a:defRPr/>
            </a:lvl3pPr>
            <a:lvl4pPr lvl="3">
              <a:spcBef>
                <a:spcPts val="0"/>
              </a:spcBef>
              <a:spcAft>
                <a:spcPts val="0"/>
              </a:spcAft>
              <a:buSzPts val="2800"/>
              <a:buNone/>
              <a:defRPr/>
            </a:lvl4pPr>
            <a:lvl5pPr lvl="4">
              <a:spcBef>
                <a:spcPts val="0"/>
              </a:spcBef>
              <a:spcAft>
                <a:spcPts val="0"/>
              </a:spcAft>
              <a:buSzPts val="2800"/>
              <a:buNone/>
              <a:defRPr/>
            </a:lvl5pPr>
            <a:lvl6pPr lvl="5">
              <a:spcBef>
                <a:spcPts val="0"/>
              </a:spcBef>
              <a:spcAft>
                <a:spcPts val="0"/>
              </a:spcAft>
              <a:buSzPts val="2800"/>
              <a:buNone/>
              <a:defRPr/>
            </a:lvl6pPr>
            <a:lvl7pPr lvl="6">
              <a:spcBef>
                <a:spcPts val="0"/>
              </a:spcBef>
              <a:spcAft>
                <a:spcPts val="0"/>
              </a:spcAft>
              <a:buSzPts val="2800"/>
              <a:buNone/>
              <a:defRPr/>
            </a:lvl7pPr>
            <a:lvl8pPr lvl="7">
              <a:spcBef>
                <a:spcPts val="0"/>
              </a:spcBef>
              <a:spcAft>
                <a:spcPts val="0"/>
              </a:spcAft>
              <a:buSzPts val="2800"/>
              <a:buNone/>
              <a:defRPr/>
            </a:lvl8pPr>
            <a:lvl9pPr lvl="8">
              <a:spcBef>
                <a:spcPts val="0"/>
              </a:spcBef>
              <a:spcAft>
                <a:spcPts val="0"/>
              </a:spcAft>
              <a:buSzPts val="2800"/>
              <a:buNone/>
              <a:defRPr/>
            </a:lvl9pPr>
          </a:lstStyle>
          <a:p/>
        </p:txBody>
      </p:sp>
      <p:sp>
        <p:nvSpPr>
          <p:cNvPr id="22" name="Google Shape;22;p5"/>
          <p:cNvSpPr txBox="1"/>
          <p:nvPr>
            <p:ph idx="1" type="body"/>
          </p:nvPr>
        </p:nvSpPr>
        <p:spPr>
          <a:xfrm>
            <a:off x="311700" y="1152475"/>
            <a:ext cx="3999900" cy="3416400"/>
          </a:xfrm>
          <a:prstGeom prst="rect">
            <a:avLst/>
          </a:prstGeom>
        </p:spPr>
        <p:txBody>
          <a:bodyPr anchorCtr="0" anchor="t" bIns="91425" lIns="91425" spcFirstLastPara="1" rIns="91425" wrap="square" tIns="91425">
            <a:normAutofit/>
          </a:bodyPr>
          <a:lstStyle>
            <a:lvl1pPr indent="-317500" lvl="0" marL="457200">
              <a:spcBef>
                <a:spcPts val="0"/>
              </a:spcBef>
              <a:spcAft>
                <a:spcPts val="0"/>
              </a:spcAft>
              <a:buSzPts val="1400"/>
              <a:buChar char="●"/>
              <a:defRPr sz="1400"/>
            </a:lvl1pPr>
            <a:lvl2pPr indent="-304800" lvl="1" marL="914400">
              <a:spcBef>
                <a:spcPts val="0"/>
              </a:spcBef>
              <a:spcAft>
                <a:spcPts val="0"/>
              </a:spcAft>
              <a:buSzPts val="1200"/>
              <a:buChar char="○"/>
              <a:defRPr sz="1200"/>
            </a:lvl2pPr>
            <a:lvl3pPr indent="-304800" lvl="2" marL="1371600">
              <a:spcBef>
                <a:spcPts val="0"/>
              </a:spcBef>
              <a:spcAft>
                <a:spcPts val="0"/>
              </a:spcAft>
              <a:buSzPts val="1200"/>
              <a:buChar char="■"/>
              <a:defRPr sz="1200"/>
            </a:lvl3pPr>
            <a:lvl4pPr indent="-304800" lvl="3" marL="1828800">
              <a:spcBef>
                <a:spcPts val="0"/>
              </a:spcBef>
              <a:spcAft>
                <a:spcPts val="0"/>
              </a:spcAft>
              <a:buSzPts val="1200"/>
              <a:buChar char="●"/>
              <a:defRPr sz="1200"/>
            </a:lvl4pPr>
            <a:lvl5pPr indent="-304800" lvl="4" marL="2286000">
              <a:spcBef>
                <a:spcPts val="0"/>
              </a:spcBef>
              <a:spcAft>
                <a:spcPts val="0"/>
              </a:spcAft>
              <a:buSzPts val="1200"/>
              <a:buChar char="○"/>
              <a:defRPr sz="1200"/>
            </a:lvl5pPr>
            <a:lvl6pPr indent="-304800" lvl="5" marL="2743200">
              <a:spcBef>
                <a:spcPts val="0"/>
              </a:spcBef>
              <a:spcAft>
                <a:spcPts val="0"/>
              </a:spcAft>
              <a:buSzPts val="1200"/>
              <a:buChar char="■"/>
              <a:defRPr sz="1200"/>
            </a:lvl6pPr>
            <a:lvl7pPr indent="-304800" lvl="6" marL="3200400">
              <a:spcBef>
                <a:spcPts val="0"/>
              </a:spcBef>
              <a:spcAft>
                <a:spcPts val="0"/>
              </a:spcAft>
              <a:buSzPts val="1200"/>
              <a:buChar char="●"/>
              <a:defRPr sz="1200"/>
            </a:lvl7pPr>
            <a:lvl8pPr indent="-304800" lvl="7" marL="3657600">
              <a:spcBef>
                <a:spcPts val="0"/>
              </a:spcBef>
              <a:spcAft>
                <a:spcPts val="0"/>
              </a:spcAft>
              <a:buSzPts val="1200"/>
              <a:buChar char="○"/>
              <a:defRPr sz="1200"/>
            </a:lvl8pPr>
            <a:lvl9pPr indent="-304800" lvl="8" marL="4114800">
              <a:spcBef>
                <a:spcPts val="0"/>
              </a:spcBef>
              <a:spcAft>
                <a:spcPts val="0"/>
              </a:spcAft>
              <a:buSzPts val="1200"/>
              <a:buChar char="■"/>
              <a:defRPr sz="1200"/>
            </a:lvl9pPr>
          </a:lstStyle>
          <a:p/>
        </p:txBody>
      </p:sp>
      <p:sp>
        <p:nvSpPr>
          <p:cNvPr id="23" name="Google Shape;23;p5"/>
          <p:cNvSpPr txBox="1"/>
          <p:nvPr>
            <p:ph idx="2" type="body"/>
          </p:nvPr>
        </p:nvSpPr>
        <p:spPr>
          <a:xfrm>
            <a:off x="4832400" y="1152475"/>
            <a:ext cx="3999900" cy="3416400"/>
          </a:xfrm>
          <a:prstGeom prst="rect">
            <a:avLst/>
          </a:prstGeom>
        </p:spPr>
        <p:txBody>
          <a:bodyPr anchorCtr="0" anchor="t" bIns="91425" lIns="91425" spcFirstLastPara="1" rIns="91425" wrap="square" tIns="91425">
            <a:normAutofit/>
          </a:bodyPr>
          <a:lstStyle>
            <a:lvl1pPr indent="-317500" lvl="0" marL="457200">
              <a:spcBef>
                <a:spcPts val="0"/>
              </a:spcBef>
              <a:spcAft>
                <a:spcPts val="0"/>
              </a:spcAft>
              <a:buSzPts val="1400"/>
              <a:buChar char="●"/>
              <a:defRPr sz="1400"/>
            </a:lvl1pPr>
            <a:lvl2pPr indent="-304800" lvl="1" marL="914400">
              <a:spcBef>
                <a:spcPts val="0"/>
              </a:spcBef>
              <a:spcAft>
                <a:spcPts val="0"/>
              </a:spcAft>
              <a:buSzPts val="1200"/>
              <a:buChar char="○"/>
              <a:defRPr sz="1200"/>
            </a:lvl2pPr>
            <a:lvl3pPr indent="-304800" lvl="2" marL="1371600">
              <a:spcBef>
                <a:spcPts val="0"/>
              </a:spcBef>
              <a:spcAft>
                <a:spcPts val="0"/>
              </a:spcAft>
              <a:buSzPts val="1200"/>
              <a:buChar char="■"/>
              <a:defRPr sz="1200"/>
            </a:lvl3pPr>
            <a:lvl4pPr indent="-304800" lvl="3" marL="1828800">
              <a:spcBef>
                <a:spcPts val="0"/>
              </a:spcBef>
              <a:spcAft>
                <a:spcPts val="0"/>
              </a:spcAft>
              <a:buSzPts val="1200"/>
              <a:buChar char="●"/>
              <a:defRPr sz="1200"/>
            </a:lvl4pPr>
            <a:lvl5pPr indent="-304800" lvl="4" marL="2286000">
              <a:spcBef>
                <a:spcPts val="0"/>
              </a:spcBef>
              <a:spcAft>
                <a:spcPts val="0"/>
              </a:spcAft>
              <a:buSzPts val="1200"/>
              <a:buChar char="○"/>
              <a:defRPr sz="1200"/>
            </a:lvl5pPr>
            <a:lvl6pPr indent="-304800" lvl="5" marL="2743200">
              <a:spcBef>
                <a:spcPts val="0"/>
              </a:spcBef>
              <a:spcAft>
                <a:spcPts val="0"/>
              </a:spcAft>
              <a:buSzPts val="1200"/>
              <a:buChar char="■"/>
              <a:defRPr sz="1200"/>
            </a:lvl6pPr>
            <a:lvl7pPr indent="-304800" lvl="6" marL="3200400">
              <a:spcBef>
                <a:spcPts val="0"/>
              </a:spcBef>
              <a:spcAft>
                <a:spcPts val="0"/>
              </a:spcAft>
              <a:buSzPts val="1200"/>
              <a:buChar char="●"/>
              <a:defRPr sz="1200"/>
            </a:lvl7pPr>
            <a:lvl8pPr indent="-304800" lvl="7" marL="3657600">
              <a:spcBef>
                <a:spcPts val="0"/>
              </a:spcBef>
              <a:spcAft>
                <a:spcPts val="0"/>
              </a:spcAft>
              <a:buSzPts val="1200"/>
              <a:buChar char="○"/>
              <a:defRPr sz="1200"/>
            </a:lvl8pPr>
            <a:lvl9pPr indent="-304800" lvl="8" marL="4114800">
              <a:spcBef>
                <a:spcPts val="0"/>
              </a:spcBef>
              <a:spcAft>
                <a:spcPts val="0"/>
              </a:spcAft>
              <a:buSzPts val="1200"/>
              <a:buChar char="■"/>
              <a:defRPr sz="1200"/>
            </a:lvl9pPr>
          </a:lstStyle>
          <a:p/>
        </p:txBody>
      </p:sp>
      <p:sp>
        <p:nvSpPr>
          <p:cNvPr id="24" name="Google Shape;24;p5"/>
          <p:cNvSpPr txBox="1"/>
          <p:nvPr>
            <p:ph idx="12" type="sldNum"/>
          </p:nvPr>
        </p:nvSpPr>
        <p:spPr>
          <a:xfrm>
            <a:off x="8472458" y="4663217"/>
            <a:ext cx="548700" cy="393600"/>
          </a:xfrm>
          <a:prstGeom prst="rect">
            <a:avLst/>
          </a:prstGeom>
        </p:spPr>
        <p:txBody>
          <a:bodyPr anchorCtr="0" anchor="ctr" bIns="91425" lIns="91425" spcFirstLastPara="1" rIns="91425" wrap="square" tIns="91425">
            <a:norm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indent="0" lvl="0" marL="0" rtl="0" algn="r">
              <a:spcBef>
                <a:spcPts val="0"/>
              </a:spcBef>
              <a:spcAft>
                <a:spcPts val="0"/>
              </a:spcAft>
              <a:buNone/>
            </a:pPr>
            <a:fld id="{00000000-1234-1234-1234-123412341234}" type="slidenum">
              <a:rPr lang="en"/>
              <a:t>‹#›</a:t>
            </a:fld>
            <a:endParaRPr/>
          </a:p>
        </p:txBody>
      </p:sp>
    </p:spTree>
  </p:cSld>
  <p:clrMapOvr>
    <a:masterClrMapping/>
  </p:clrMapOvr>
</p:sldLayout>
</file>

<file path=ppt/slideLayouts/slideLayout5.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itle only" type="titleOnly">
  <p:cSld name="TITLE_ONLY">
    <p:spTree>
      <p:nvGrpSpPr>
        <p:cNvPr id="25" name="Shape 25"/>
        <p:cNvGrpSpPr/>
        <p:nvPr/>
      </p:nvGrpSpPr>
      <p:grpSpPr>
        <a:xfrm>
          <a:off x="0" y="0"/>
          <a:ext cx="0" cy="0"/>
          <a:chOff x="0" y="0"/>
          <a:chExt cx="0" cy="0"/>
        </a:xfrm>
      </p:grpSpPr>
      <p:sp>
        <p:nvSpPr>
          <p:cNvPr id="26" name="Google Shape;26;p6"/>
          <p:cNvSpPr txBox="1"/>
          <p:nvPr>
            <p:ph type="title"/>
          </p:nvPr>
        </p:nvSpPr>
        <p:spPr>
          <a:xfrm>
            <a:off x="311700" y="445025"/>
            <a:ext cx="8520600" cy="572700"/>
          </a:xfrm>
          <a:prstGeom prst="rect">
            <a:avLst/>
          </a:prstGeom>
        </p:spPr>
        <p:txBody>
          <a:bodyPr anchorCtr="0" anchor="t" bIns="91425" lIns="91425" spcFirstLastPara="1" rIns="91425" wrap="square" tIns="91425">
            <a:normAutofit/>
          </a:bodyPr>
          <a:lstStyle>
            <a:lvl1pPr lvl="0">
              <a:spcBef>
                <a:spcPts val="0"/>
              </a:spcBef>
              <a:spcAft>
                <a:spcPts val="0"/>
              </a:spcAft>
              <a:buSzPts val="2800"/>
              <a:buNone/>
              <a:defRPr/>
            </a:lvl1pPr>
            <a:lvl2pPr lvl="1">
              <a:spcBef>
                <a:spcPts val="0"/>
              </a:spcBef>
              <a:spcAft>
                <a:spcPts val="0"/>
              </a:spcAft>
              <a:buSzPts val="2800"/>
              <a:buNone/>
              <a:defRPr/>
            </a:lvl2pPr>
            <a:lvl3pPr lvl="2">
              <a:spcBef>
                <a:spcPts val="0"/>
              </a:spcBef>
              <a:spcAft>
                <a:spcPts val="0"/>
              </a:spcAft>
              <a:buSzPts val="2800"/>
              <a:buNone/>
              <a:defRPr/>
            </a:lvl3pPr>
            <a:lvl4pPr lvl="3">
              <a:spcBef>
                <a:spcPts val="0"/>
              </a:spcBef>
              <a:spcAft>
                <a:spcPts val="0"/>
              </a:spcAft>
              <a:buSzPts val="2800"/>
              <a:buNone/>
              <a:defRPr/>
            </a:lvl4pPr>
            <a:lvl5pPr lvl="4">
              <a:spcBef>
                <a:spcPts val="0"/>
              </a:spcBef>
              <a:spcAft>
                <a:spcPts val="0"/>
              </a:spcAft>
              <a:buSzPts val="2800"/>
              <a:buNone/>
              <a:defRPr/>
            </a:lvl5pPr>
            <a:lvl6pPr lvl="5">
              <a:spcBef>
                <a:spcPts val="0"/>
              </a:spcBef>
              <a:spcAft>
                <a:spcPts val="0"/>
              </a:spcAft>
              <a:buSzPts val="2800"/>
              <a:buNone/>
              <a:defRPr/>
            </a:lvl6pPr>
            <a:lvl7pPr lvl="6">
              <a:spcBef>
                <a:spcPts val="0"/>
              </a:spcBef>
              <a:spcAft>
                <a:spcPts val="0"/>
              </a:spcAft>
              <a:buSzPts val="2800"/>
              <a:buNone/>
              <a:defRPr/>
            </a:lvl7pPr>
            <a:lvl8pPr lvl="7">
              <a:spcBef>
                <a:spcPts val="0"/>
              </a:spcBef>
              <a:spcAft>
                <a:spcPts val="0"/>
              </a:spcAft>
              <a:buSzPts val="2800"/>
              <a:buNone/>
              <a:defRPr/>
            </a:lvl8pPr>
            <a:lvl9pPr lvl="8">
              <a:spcBef>
                <a:spcPts val="0"/>
              </a:spcBef>
              <a:spcAft>
                <a:spcPts val="0"/>
              </a:spcAft>
              <a:buSzPts val="2800"/>
              <a:buNone/>
              <a:defRPr/>
            </a:lvl9pPr>
          </a:lstStyle>
          <a:p/>
        </p:txBody>
      </p:sp>
      <p:sp>
        <p:nvSpPr>
          <p:cNvPr id="27" name="Google Shape;27;p6"/>
          <p:cNvSpPr txBox="1"/>
          <p:nvPr>
            <p:ph idx="12" type="sldNum"/>
          </p:nvPr>
        </p:nvSpPr>
        <p:spPr>
          <a:xfrm>
            <a:off x="8472458" y="4663217"/>
            <a:ext cx="548700" cy="393600"/>
          </a:xfrm>
          <a:prstGeom prst="rect">
            <a:avLst/>
          </a:prstGeom>
        </p:spPr>
        <p:txBody>
          <a:bodyPr anchorCtr="0" anchor="ctr" bIns="91425" lIns="91425" spcFirstLastPara="1" rIns="91425" wrap="square" tIns="91425">
            <a:norm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indent="0" lvl="0" marL="0" rtl="0" algn="r">
              <a:spcBef>
                <a:spcPts val="0"/>
              </a:spcBef>
              <a:spcAft>
                <a:spcPts val="0"/>
              </a:spcAft>
              <a:buNone/>
            </a:pPr>
            <a:fld id="{00000000-1234-1234-1234-123412341234}" type="slidenum">
              <a:rPr lang="en"/>
              <a:t>‹#›</a:t>
            </a:fld>
            <a:endParaRPr/>
          </a:p>
        </p:txBody>
      </p:sp>
    </p:spTree>
  </p:cSld>
  <p:clrMapOvr>
    <a:masterClrMapping/>
  </p:clrMapOvr>
</p:sldLayout>
</file>

<file path=ppt/slideLayouts/slideLayout6.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One column text">
  <p:cSld name="ONE_COLUMN_TEXT">
    <p:spTree>
      <p:nvGrpSpPr>
        <p:cNvPr id="28" name="Shape 28"/>
        <p:cNvGrpSpPr/>
        <p:nvPr/>
      </p:nvGrpSpPr>
      <p:grpSpPr>
        <a:xfrm>
          <a:off x="0" y="0"/>
          <a:ext cx="0" cy="0"/>
          <a:chOff x="0" y="0"/>
          <a:chExt cx="0" cy="0"/>
        </a:xfrm>
      </p:grpSpPr>
      <p:sp>
        <p:nvSpPr>
          <p:cNvPr id="29" name="Google Shape;29;p7"/>
          <p:cNvSpPr txBox="1"/>
          <p:nvPr>
            <p:ph type="title"/>
          </p:nvPr>
        </p:nvSpPr>
        <p:spPr>
          <a:xfrm>
            <a:off x="311700" y="555600"/>
            <a:ext cx="2808000" cy="755700"/>
          </a:xfrm>
          <a:prstGeom prst="rect">
            <a:avLst/>
          </a:prstGeom>
        </p:spPr>
        <p:txBody>
          <a:bodyPr anchorCtr="0" anchor="b" bIns="91425" lIns="91425" spcFirstLastPara="1" rIns="91425" wrap="square" tIns="91425">
            <a:normAutofit/>
          </a:bodyPr>
          <a:lstStyle>
            <a:lvl1pPr lvl="0">
              <a:spcBef>
                <a:spcPts val="0"/>
              </a:spcBef>
              <a:spcAft>
                <a:spcPts val="0"/>
              </a:spcAft>
              <a:buSzPts val="2400"/>
              <a:buNone/>
              <a:defRPr sz="2400"/>
            </a:lvl1pPr>
            <a:lvl2pPr lvl="1">
              <a:spcBef>
                <a:spcPts val="0"/>
              </a:spcBef>
              <a:spcAft>
                <a:spcPts val="0"/>
              </a:spcAft>
              <a:buSzPts val="2400"/>
              <a:buNone/>
              <a:defRPr sz="2400"/>
            </a:lvl2pPr>
            <a:lvl3pPr lvl="2">
              <a:spcBef>
                <a:spcPts val="0"/>
              </a:spcBef>
              <a:spcAft>
                <a:spcPts val="0"/>
              </a:spcAft>
              <a:buSzPts val="2400"/>
              <a:buNone/>
              <a:defRPr sz="2400"/>
            </a:lvl3pPr>
            <a:lvl4pPr lvl="3">
              <a:spcBef>
                <a:spcPts val="0"/>
              </a:spcBef>
              <a:spcAft>
                <a:spcPts val="0"/>
              </a:spcAft>
              <a:buSzPts val="2400"/>
              <a:buNone/>
              <a:defRPr sz="2400"/>
            </a:lvl4pPr>
            <a:lvl5pPr lvl="4">
              <a:spcBef>
                <a:spcPts val="0"/>
              </a:spcBef>
              <a:spcAft>
                <a:spcPts val="0"/>
              </a:spcAft>
              <a:buSzPts val="2400"/>
              <a:buNone/>
              <a:defRPr sz="2400"/>
            </a:lvl5pPr>
            <a:lvl6pPr lvl="5">
              <a:spcBef>
                <a:spcPts val="0"/>
              </a:spcBef>
              <a:spcAft>
                <a:spcPts val="0"/>
              </a:spcAft>
              <a:buSzPts val="2400"/>
              <a:buNone/>
              <a:defRPr sz="2400"/>
            </a:lvl6pPr>
            <a:lvl7pPr lvl="6">
              <a:spcBef>
                <a:spcPts val="0"/>
              </a:spcBef>
              <a:spcAft>
                <a:spcPts val="0"/>
              </a:spcAft>
              <a:buSzPts val="2400"/>
              <a:buNone/>
              <a:defRPr sz="2400"/>
            </a:lvl7pPr>
            <a:lvl8pPr lvl="7">
              <a:spcBef>
                <a:spcPts val="0"/>
              </a:spcBef>
              <a:spcAft>
                <a:spcPts val="0"/>
              </a:spcAft>
              <a:buSzPts val="2400"/>
              <a:buNone/>
              <a:defRPr sz="2400"/>
            </a:lvl8pPr>
            <a:lvl9pPr lvl="8">
              <a:spcBef>
                <a:spcPts val="0"/>
              </a:spcBef>
              <a:spcAft>
                <a:spcPts val="0"/>
              </a:spcAft>
              <a:buSzPts val="2400"/>
              <a:buNone/>
              <a:defRPr sz="2400"/>
            </a:lvl9pPr>
          </a:lstStyle>
          <a:p/>
        </p:txBody>
      </p:sp>
      <p:sp>
        <p:nvSpPr>
          <p:cNvPr id="30" name="Google Shape;30;p7"/>
          <p:cNvSpPr txBox="1"/>
          <p:nvPr>
            <p:ph idx="1" type="body"/>
          </p:nvPr>
        </p:nvSpPr>
        <p:spPr>
          <a:xfrm>
            <a:off x="311700" y="1389600"/>
            <a:ext cx="2808000" cy="3179400"/>
          </a:xfrm>
          <a:prstGeom prst="rect">
            <a:avLst/>
          </a:prstGeom>
        </p:spPr>
        <p:txBody>
          <a:bodyPr anchorCtr="0" anchor="t" bIns="91425" lIns="91425" spcFirstLastPara="1" rIns="91425" wrap="square" tIns="91425">
            <a:normAutofit/>
          </a:bodyPr>
          <a:lstStyle>
            <a:lvl1pPr indent="-304800" lvl="0" marL="457200">
              <a:spcBef>
                <a:spcPts val="0"/>
              </a:spcBef>
              <a:spcAft>
                <a:spcPts val="0"/>
              </a:spcAft>
              <a:buSzPts val="1200"/>
              <a:buChar char="●"/>
              <a:defRPr sz="1200"/>
            </a:lvl1pPr>
            <a:lvl2pPr indent="-304800" lvl="1" marL="914400">
              <a:spcBef>
                <a:spcPts val="0"/>
              </a:spcBef>
              <a:spcAft>
                <a:spcPts val="0"/>
              </a:spcAft>
              <a:buSzPts val="1200"/>
              <a:buChar char="○"/>
              <a:defRPr sz="1200"/>
            </a:lvl2pPr>
            <a:lvl3pPr indent="-304800" lvl="2" marL="1371600">
              <a:spcBef>
                <a:spcPts val="0"/>
              </a:spcBef>
              <a:spcAft>
                <a:spcPts val="0"/>
              </a:spcAft>
              <a:buSzPts val="1200"/>
              <a:buChar char="■"/>
              <a:defRPr sz="1200"/>
            </a:lvl3pPr>
            <a:lvl4pPr indent="-304800" lvl="3" marL="1828800">
              <a:spcBef>
                <a:spcPts val="0"/>
              </a:spcBef>
              <a:spcAft>
                <a:spcPts val="0"/>
              </a:spcAft>
              <a:buSzPts val="1200"/>
              <a:buChar char="●"/>
              <a:defRPr sz="1200"/>
            </a:lvl4pPr>
            <a:lvl5pPr indent="-304800" lvl="4" marL="2286000">
              <a:spcBef>
                <a:spcPts val="0"/>
              </a:spcBef>
              <a:spcAft>
                <a:spcPts val="0"/>
              </a:spcAft>
              <a:buSzPts val="1200"/>
              <a:buChar char="○"/>
              <a:defRPr sz="1200"/>
            </a:lvl5pPr>
            <a:lvl6pPr indent="-304800" lvl="5" marL="2743200">
              <a:spcBef>
                <a:spcPts val="0"/>
              </a:spcBef>
              <a:spcAft>
                <a:spcPts val="0"/>
              </a:spcAft>
              <a:buSzPts val="1200"/>
              <a:buChar char="■"/>
              <a:defRPr sz="1200"/>
            </a:lvl6pPr>
            <a:lvl7pPr indent="-304800" lvl="6" marL="3200400">
              <a:spcBef>
                <a:spcPts val="0"/>
              </a:spcBef>
              <a:spcAft>
                <a:spcPts val="0"/>
              </a:spcAft>
              <a:buSzPts val="1200"/>
              <a:buChar char="●"/>
              <a:defRPr sz="1200"/>
            </a:lvl7pPr>
            <a:lvl8pPr indent="-304800" lvl="7" marL="3657600">
              <a:spcBef>
                <a:spcPts val="0"/>
              </a:spcBef>
              <a:spcAft>
                <a:spcPts val="0"/>
              </a:spcAft>
              <a:buSzPts val="1200"/>
              <a:buChar char="○"/>
              <a:defRPr sz="1200"/>
            </a:lvl8pPr>
            <a:lvl9pPr indent="-304800" lvl="8" marL="4114800">
              <a:spcBef>
                <a:spcPts val="0"/>
              </a:spcBef>
              <a:spcAft>
                <a:spcPts val="0"/>
              </a:spcAft>
              <a:buSzPts val="1200"/>
              <a:buChar char="■"/>
              <a:defRPr sz="1200"/>
            </a:lvl9pPr>
          </a:lstStyle>
          <a:p/>
        </p:txBody>
      </p:sp>
      <p:sp>
        <p:nvSpPr>
          <p:cNvPr id="31" name="Google Shape;31;p7"/>
          <p:cNvSpPr txBox="1"/>
          <p:nvPr>
            <p:ph idx="12" type="sldNum"/>
          </p:nvPr>
        </p:nvSpPr>
        <p:spPr>
          <a:xfrm>
            <a:off x="8472458" y="4663217"/>
            <a:ext cx="548700" cy="393600"/>
          </a:xfrm>
          <a:prstGeom prst="rect">
            <a:avLst/>
          </a:prstGeom>
        </p:spPr>
        <p:txBody>
          <a:bodyPr anchorCtr="0" anchor="ctr" bIns="91425" lIns="91425" spcFirstLastPara="1" rIns="91425" wrap="square" tIns="91425">
            <a:norm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indent="0" lvl="0" marL="0" rtl="0" algn="r">
              <a:spcBef>
                <a:spcPts val="0"/>
              </a:spcBef>
              <a:spcAft>
                <a:spcPts val="0"/>
              </a:spcAft>
              <a:buNone/>
            </a:pPr>
            <a:fld id="{00000000-1234-1234-1234-123412341234}" type="slidenum">
              <a:rPr lang="en"/>
              <a:t>‹#›</a:t>
            </a:fld>
            <a:endParaRPr/>
          </a:p>
        </p:txBody>
      </p:sp>
    </p:spTree>
  </p:cSld>
  <p:clrMapOvr>
    <a:masterClrMapping/>
  </p:clrMapOvr>
</p:sldLayout>
</file>

<file path=ppt/slideLayouts/slideLayout7.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Main point">
  <p:cSld name="MAIN_POINT">
    <p:spTree>
      <p:nvGrpSpPr>
        <p:cNvPr id="32" name="Shape 32"/>
        <p:cNvGrpSpPr/>
        <p:nvPr/>
      </p:nvGrpSpPr>
      <p:grpSpPr>
        <a:xfrm>
          <a:off x="0" y="0"/>
          <a:ext cx="0" cy="0"/>
          <a:chOff x="0" y="0"/>
          <a:chExt cx="0" cy="0"/>
        </a:xfrm>
      </p:grpSpPr>
      <p:sp>
        <p:nvSpPr>
          <p:cNvPr id="33" name="Google Shape;33;p8"/>
          <p:cNvSpPr txBox="1"/>
          <p:nvPr>
            <p:ph type="title"/>
          </p:nvPr>
        </p:nvSpPr>
        <p:spPr>
          <a:xfrm>
            <a:off x="490250" y="450150"/>
            <a:ext cx="6367800" cy="4090800"/>
          </a:xfrm>
          <a:prstGeom prst="rect">
            <a:avLst/>
          </a:prstGeom>
        </p:spPr>
        <p:txBody>
          <a:bodyPr anchorCtr="0" anchor="ctr" bIns="91425" lIns="91425" spcFirstLastPara="1" rIns="91425" wrap="square" tIns="91425">
            <a:normAutofit/>
          </a:bodyPr>
          <a:lstStyle>
            <a:lvl1pPr lvl="0">
              <a:spcBef>
                <a:spcPts val="0"/>
              </a:spcBef>
              <a:spcAft>
                <a:spcPts val="0"/>
              </a:spcAft>
              <a:buSzPts val="4800"/>
              <a:buNone/>
              <a:defRPr sz="4800"/>
            </a:lvl1pPr>
            <a:lvl2pPr lvl="1">
              <a:spcBef>
                <a:spcPts val="0"/>
              </a:spcBef>
              <a:spcAft>
                <a:spcPts val="0"/>
              </a:spcAft>
              <a:buSzPts val="4800"/>
              <a:buNone/>
              <a:defRPr sz="4800"/>
            </a:lvl2pPr>
            <a:lvl3pPr lvl="2">
              <a:spcBef>
                <a:spcPts val="0"/>
              </a:spcBef>
              <a:spcAft>
                <a:spcPts val="0"/>
              </a:spcAft>
              <a:buSzPts val="4800"/>
              <a:buNone/>
              <a:defRPr sz="4800"/>
            </a:lvl3pPr>
            <a:lvl4pPr lvl="3">
              <a:spcBef>
                <a:spcPts val="0"/>
              </a:spcBef>
              <a:spcAft>
                <a:spcPts val="0"/>
              </a:spcAft>
              <a:buSzPts val="4800"/>
              <a:buNone/>
              <a:defRPr sz="4800"/>
            </a:lvl4pPr>
            <a:lvl5pPr lvl="4">
              <a:spcBef>
                <a:spcPts val="0"/>
              </a:spcBef>
              <a:spcAft>
                <a:spcPts val="0"/>
              </a:spcAft>
              <a:buSzPts val="4800"/>
              <a:buNone/>
              <a:defRPr sz="4800"/>
            </a:lvl5pPr>
            <a:lvl6pPr lvl="5">
              <a:spcBef>
                <a:spcPts val="0"/>
              </a:spcBef>
              <a:spcAft>
                <a:spcPts val="0"/>
              </a:spcAft>
              <a:buSzPts val="4800"/>
              <a:buNone/>
              <a:defRPr sz="4800"/>
            </a:lvl6pPr>
            <a:lvl7pPr lvl="6">
              <a:spcBef>
                <a:spcPts val="0"/>
              </a:spcBef>
              <a:spcAft>
                <a:spcPts val="0"/>
              </a:spcAft>
              <a:buSzPts val="4800"/>
              <a:buNone/>
              <a:defRPr sz="4800"/>
            </a:lvl7pPr>
            <a:lvl8pPr lvl="7">
              <a:spcBef>
                <a:spcPts val="0"/>
              </a:spcBef>
              <a:spcAft>
                <a:spcPts val="0"/>
              </a:spcAft>
              <a:buSzPts val="4800"/>
              <a:buNone/>
              <a:defRPr sz="4800"/>
            </a:lvl8pPr>
            <a:lvl9pPr lvl="8">
              <a:spcBef>
                <a:spcPts val="0"/>
              </a:spcBef>
              <a:spcAft>
                <a:spcPts val="0"/>
              </a:spcAft>
              <a:buSzPts val="4800"/>
              <a:buNone/>
              <a:defRPr sz="4800"/>
            </a:lvl9pPr>
          </a:lstStyle>
          <a:p/>
        </p:txBody>
      </p:sp>
      <p:sp>
        <p:nvSpPr>
          <p:cNvPr id="34" name="Google Shape;34;p8"/>
          <p:cNvSpPr txBox="1"/>
          <p:nvPr>
            <p:ph idx="12" type="sldNum"/>
          </p:nvPr>
        </p:nvSpPr>
        <p:spPr>
          <a:xfrm>
            <a:off x="8472458" y="4663217"/>
            <a:ext cx="548700" cy="393600"/>
          </a:xfrm>
          <a:prstGeom prst="rect">
            <a:avLst/>
          </a:prstGeom>
        </p:spPr>
        <p:txBody>
          <a:bodyPr anchorCtr="0" anchor="ctr" bIns="91425" lIns="91425" spcFirstLastPara="1" rIns="91425" wrap="square" tIns="91425">
            <a:norm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indent="0" lvl="0" marL="0" rtl="0" algn="r">
              <a:spcBef>
                <a:spcPts val="0"/>
              </a:spcBef>
              <a:spcAft>
                <a:spcPts val="0"/>
              </a:spcAft>
              <a:buNone/>
            </a:pPr>
            <a:fld id="{00000000-1234-1234-1234-123412341234}" type="slidenum">
              <a:rPr lang="en"/>
              <a:t>‹#›</a:t>
            </a:fld>
            <a:endParaRPr/>
          </a:p>
        </p:txBody>
      </p:sp>
    </p:spTree>
  </p:cSld>
  <p:clrMapOvr>
    <a:masterClrMapping/>
  </p:clrMapOvr>
</p:sldLayout>
</file>

<file path=ppt/slideLayouts/slideLayout8.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Section title and description">
  <p:cSld name="SECTION_TITLE_AND_DESCRIPTION">
    <p:spTree>
      <p:nvGrpSpPr>
        <p:cNvPr id="35" name="Shape 35"/>
        <p:cNvGrpSpPr/>
        <p:nvPr/>
      </p:nvGrpSpPr>
      <p:grpSpPr>
        <a:xfrm>
          <a:off x="0" y="0"/>
          <a:ext cx="0" cy="0"/>
          <a:chOff x="0" y="0"/>
          <a:chExt cx="0" cy="0"/>
        </a:xfrm>
      </p:grpSpPr>
      <p:sp>
        <p:nvSpPr>
          <p:cNvPr id="36" name="Google Shape;36;p9"/>
          <p:cNvSpPr/>
          <p:nvPr/>
        </p:nvSpPr>
        <p:spPr>
          <a:xfrm>
            <a:off x="4572000" y="-125"/>
            <a:ext cx="4572000" cy="5143500"/>
          </a:xfrm>
          <a:prstGeom prst="rect">
            <a:avLst/>
          </a:prstGeom>
          <a:solidFill>
            <a:schemeClr val="lt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37" name="Google Shape;37;p9"/>
          <p:cNvSpPr txBox="1"/>
          <p:nvPr>
            <p:ph type="title"/>
          </p:nvPr>
        </p:nvSpPr>
        <p:spPr>
          <a:xfrm>
            <a:off x="265500" y="1233175"/>
            <a:ext cx="4045200" cy="1482300"/>
          </a:xfrm>
          <a:prstGeom prst="rect">
            <a:avLst/>
          </a:prstGeom>
        </p:spPr>
        <p:txBody>
          <a:bodyPr anchorCtr="0" anchor="b" bIns="91425" lIns="91425" spcFirstLastPara="1" rIns="91425" wrap="square" tIns="91425">
            <a:normAutofit/>
          </a:bodyPr>
          <a:lstStyle>
            <a:lvl1pPr lvl="0" algn="ctr">
              <a:spcBef>
                <a:spcPts val="0"/>
              </a:spcBef>
              <a:spcAft>
                <a:spcPts val="0"/>
              </a:spcAft>
              <a:buSzPts val="4200"/>
              <a:buNone/>
              <a:defRPr sz="4200"/>
            </a:lvl1pPr>
            <a:lvl2pPr lvl="1" algn="ctr">
              <a:spcBef>
                <a:spcPts val="0"/>
              </a:spcBef>
              <a:spcAft>
                <a:spcPts val="0"/>
              </a:spcAft>
              <a:buSzPts val="4200"/>
              <a:buNone/>
              <a:defRPr sz="4200"/>
            </a:lvl2pPr>
            <a:lvl3pPr lvl="2" algn="ctr">
              <a:spcBef>
                <a:spcPts val="0"/>
              </a:spcBef>
              <a:spcAft>
                <a:spcPts val="0"/>
              </a:spcAft>
              <a:buSzPts val="4200"/>
              <a:buNone/>
              <a:defRPr sz="4200"/>
            </a:lvl3pPr>
            <a:lvl4pPr lvl="3" algn="ctr">
              <a:spcBef>
                <a:spcPts val="0"/>
              </a:spcBef>
              <a:spcAft>
                <a:spcPts val="0"/>
              </a:spcAft>
              <a:buSzPts val="4200"/>
              <a:buNone/>
              <a:defRPr sz="4200"/>
            </a:lvl4pPr>
            <a:lvl5pPr lvl="4" algn="ctr">
              <a:spcBef>
                <a:spcPts val="0"/>
              </a:spcBef>
              <a:spcAft>
                <a:spcPts val="0"/>
              </a:spcAft>
              <a:buSzPts val="4200"/>
              <a:buNone/>
              <a:defRPr sz="4200"/>
            </a:lvl5pPr>
            <a:lvl6pPr lvl="5" algn="ctr">
              <a:spcBef>
                <a:spcPts val="0"/>
              </a:spcBef>
              <a:spcAft>
                <a:spcPts val="0"/>
              </a:spcAft>
              <a:buSzPts val="4200"/>
              <a:buNone/>
              <a:defRPr sz="4200"/>
            </a:lvl6pPr>
            <a:lvl7pPr lvl="6" algn="ctr">
              <a:spcBef>
                <a:spcPts val="0"/>
              </a:spcBef>
              <a:spcAft>
                <a:spcPts val="0"/>
              </a:spcAft>
              <a:buSzPts val="4200"/>
              <a:buNone/>
              <a:defRPr sz="4200"/>
            </a:lvl7pPr>
            <a:lvl8pPr lvl="7" algn="ctr">
              <a:spcBef>
                <a:spcPts val="0"/>
              </a:spcBef>
              <a:spcAft>
                <a:spcPts val="0"/>
              </a:spcAft>
              <a:buSzPts val="4200"/>
              <a:buNone/>
              <a:defRPr sz="4200"/>
            </a:lvl8pPr>
            <a:lvl9pPr lvl="8" algn="ctr">
              <a:spcBef>
                <a:spcPts val="0"/>
              </a:spcBef>
              <a:spcAft>
                <a:spcPts val="0"/>
              </a:spcAft>
              <a:buSzPts val="4200"/>
              <a:buNone/>
              <a:defRPr sz="4200"/>
            </a:lvl9pPr>
          </a:lstStyle>
          <a:p/>
        </p:txBody>
      </p:sp>
      <p:sp>
        <p:nvSpPr>
          <p:cNvPr id="38" name="Google Shape;38;p9"/>
          <p:cNvSpPr txBox="1"/>
          <p:nvPr>
            <p:ph idx="1" type="subTitle"/>
          </p:nvPr>
        </p:nvSpPr>
        <p:spPr>
          <a:xfrm>
            <a:off x="265500" y="2803075"/>
            <a:ext cx="4045200" cy="1235100"/>
          </a:xfrm>
          <a:prstGeom prst="rect">
            <a:avLst/>
          </a:prstGeom>
        </p:spPr>
        <p:txBody>
          <a:bodyPr anchorCtr="0" anchor="t" bIns="91425" lIns="91425" spcFirstLastPara="1" rIns="91425" wrap="square" tIns="91425">
            <a:normAutofit/>
          </a:bodyPr>
          <a:lstStyle>
            <a:lvl1pPr lvl="0" algn="ctr">
              <a:lnSpc>
                <a:spcPct val="100000"/>
              </a:lnSpc>
              <a:spcBef>
                <a:spcPts val="0"/>
              </a:spcBef>
              <a:spcAft>
                <a:spcPts val="0"/>
              </a:spcAft>
              <a:buSzPts val="2100"/>
              <a:buNone/>
              <a:defRPr sz="2100"/>
            </a:lvl1pPr>
            <a:lvl2pPr lvl="1" algn="ctr">
              <a:lnSpc>
                <a:spcPct val="100000"/>
              </a:lnSpc>
              <a:spcBef>
                <a:spcPts val="0"/>
              </a:spcBef>
              <a:spcAft>
                <a:spcPts val="0"/>
              </a:spcAft>
              <a:buSzPts val="2100"/>
              <a:buNone/>
              <a:defRPr sz="2100"/>
            </a:lvl2pPr>
            <a:lvl3pPr lvl="2" algn="ctr">
              <a:lnSpc>
                <a:spcPct val="100000"/>
              </a:lnSpc>
              <a:spcBef>
                <a:spcPts val="0"/>
              </a:spcBef>
              <a:spcAft>
                <a:spcPts val="0"/>
              </a:spcAft>
              <a:buSzPts val="2100"/>
              <a:buNone/>
              <a:defRPr sz="2100"/>
            </a:lvl3pPr>
            <a:lvl4pPr lvl="3" algn="ctr">
              <a:lnSpc>
                <a:spcPct val="100000"/>
              </a:lnSpc>
              <a:spcBef>
                <a:spcPts val="0"/>
              </a:spcBef>
              <a:spcAft>
                <a:spcPts val="0"/>
              </a:spcAft>
              <a:buSzPts val="2100"/>
              <a:buNone/>
              <a:defRPr sz="2100"/>
            </a:lvl4pPr>
            <a:lvl5pPr lvl="4" algn="ctr">
              <a:lnSpc>
                <a:spcPct val="100000"/>
              </a:lnSpc>
              <a:spcBef>
                <a:spcPts val="0"/>
              </a:spcBef>
              <a:spcAft>
                <a:spcPts val="0"/>
              </a:spcAft>
              <a:buSzPts val="2100"/>
              <a:buNone/>
              <a:defRPr sz="2100"/>
            </a:lvl5pPr>
            <a:lvl6pPr lvl="5" algn="ctr">
              <a:lnSpc>
                <a:spcPct val="100000"/>
              </a:lnSpc>
              <a:spcBef>
                <a:spcPts val="0"/>
              </a:spcBef>
              <a:spcAft>
                <a:spcPts val="0"/>
              </a:spcAft>
              <a:buSzPts val="2100"/>
              <a:buNone/>
              <a:defRPr sz="2100"/>
            </a:lvl6pPr>
            <a:lvl7pPr lvl="6" algn="ctr">
              <a:lnSpc>
                <a:spcPct val="100000"/>
              </a:lnSpc>
              <a:spcBef>
                <a:spcPts val="0"/>
              </a:spcBef>
              <a:spcAft>
                <a:spcPts val="0"/>
              </a:spcAft>
              <a:buSzPts val="2100"/>
              <a:buNone/>
              <a:defRPr sz="2100"/>
            </a:lvl7pPr>
            <a:lvl8pPr lvl="7" algn="ctr">
              <a:lnSpc>
                <a:spcPct val="100000"/>
              </a:lnSpc>
              <a:spcBef>
                <a:spcPts val="0"/>
              </a:spcBef>
              <a:spcAft>
                <a:spcPts val="0"/>
              </a:spcAft>
              <a:buSzPts val="2100"/>
              <a:buNone/>
              <a:defRPr sz="2100"/>
            </a:lvl8pPr>
            <a:lvl9pPr lvl="8" algn="ctr">
              <a:lnSpc>
                <a:spcPct val="100000"/>
              </a:lnSpc>
              <a:spcBef>
                <a:spcPts val="0"/>
              </a:spcBef>
              <a:spcAft>
                <a:spcPts val="0"/>
              </a:spcAft>
              <a:buSzPts val="2100"/>
              <a:buNone/>
              <a:defRPr sz="2100"/>
            </a:lvl9pPr>
          </a:lstStyle>
          <a:p/>
        </p:txBody>
      </p:sp>
      <p:sp>
        <p:nvSpPr>
          <p:cNvPr id="39" name="Google Shape;39;p9"/>
          <p:cNvSpPr txBox="1"/>
          <p:nvPr>
            <p:ph idx="2" type="body"/>
          </p:nvPr>
        </p:nvSpPr>
        <p:spPr>
          <a:xfrm>
            <a:off x="4939500" y="724075"/>
            <a:ext cx="3837000" cy="3695100"/>
          </a:xfrm>
          <a:prstGeom prst="rect">
            <a:avLst/>
          </a:prstGeom>
        </p:spPr>
        <p:txBody>
          <a:bodyPr anchorCtr="0" anchor="ctr" bIns="91425" lIns="91425" spcFirstLastPara="1" rIns="91425" wrap="square" tIns="91425">
            <a:normAutofit/>
          </a:bodyPr>
          <a:lstStyle>
            <a:lvl1pPr indent="-342900" lvl="0" marL="457200">
              <a:spcBef>
                <a:spcPts val="0"/>
              </a:spcBef>
              <a:spcAft>
                <a:spcPts val="0"/>
              </a:spcAft>
              <a:buSzPts val="1800"/>
              <a:buChar char="●"/>
              <a:defRPr/>
            </a:lvl1pPr>
            <a:lvl2pPr indent="-317500" lvl="1" marL="914400">
              <a:spcBef>
                <a:spcPts val="0"/>
              </a:spcBef>
              <a:spcAft>
                <a:spcPts val="0"/>
              </a:spcAft>
              <a:buSzPts val="1400"/>
              <a:buChar char="○"/>
              <a:defRPr/>
            </a:lvl2pPr>
            <a:lvl3pPr indent="-317500" lvl="2" marL="1371600">
              <a:spcBef>
                <a:spcPts val="0"/>
              </a:spcBef>
              <a:spcAft>
                <a:spcPts val="0"/>
              </a:spcAft>
              <a:buSzPts val="1400"/>
              <a:buChar char="■"/>
              <a:defRPr/>
            </a:lvl3pPr>
            <a:lvl4pPr indent="-317500" lvl="3" marL="1828800">
              <a:spcBef>
                <a:spcPts val="0"/>
              </a:spcBef>
              <a:spcAft>
                <a:spcPts val="0"/>
              </a:spcAft>
              <a:buSzPts val="1400"/>
              <a:buChar char="●"/>
              <a:defRPr/>
            </a:lvl4pPr>
            <a:lvl5pPr indent="-317500" lvl="4" marL="2286000">
              <a:spcBef>
                <a:spcPts val="0"/>
              </a:spcBef>
              <a:spcAft>
                <a:spcPts val="0"/>
              </a:spcAft>
              <a:buSzPts val="1400"/>
              <a:buChar char="○"/>
              <a:defRPr/>
            </a:lvl5pPr>
            <a:lvl6pPr indent="-317500" lvl="5" marL="2743200">
              <a:spcBef>
                <a:spcPts val="0"/>
              </a:spcBef>
              <a:spcAft>
                <a:spcPts val="0"/>
              </a:spcAft>
              <a:buSzPts val="1400"/>
              <a:buChar char="■"/>
              <a:defRPr/>
            </a:lvl6pPr>
            <a:lvl7pPr indent="-317500" lvl="6" marL="3200400">
              <a:spcBef>
                <a:spcPts val="0"/>
              </a:spcBef>
              <a:spcAft>
                <a:spcPts val="0"/>
              </a:spcAft>
              <a:buSzPts val="1400"/>
              <a:buChar char="●"/>
              <a:defRPr/>
            </a:lvl7pPr>
            <a:lvl8pPr indent="-317500" lvl="7" marL="3657600">
              <a:spcBef>
                <a:spcPts val="0"/>
              </a:spcBef>
              <a:spcAft>
                <a:spcPts val="0"/>
              </a:spcAft>
              <a:buSzPts val="1400"/>
              <a:buChar char="○"/>
              <a:defRPr/>
            </a:lvl8pPr>
            <a:lvl9pPr indent="-317500" lvl="8" marL="4114800">
              <a:spcBef>
                <a:spcPts val="0"/>
              </a:spcBef>
              <a:spcAft>
                <a:spcPts val="0"/>
              </a:spcAft>
              <a:buSzPts val="1400"/>
              <a:buChar char="■"/>
              <a:defRPr/>
            </a:lvl9pPr>
          </a:lstStyle>
          <a:p/>
        </p:txBody>
      </p:sp>
      <p:sp>
        <p:nvSpPr>
          <p:cNvPr id="40" name="Google Shape;40;p9"/>
          <p:cNvSpPr txBox="1"/>
          <p:nvPr>
            <p:ph idx="12" type="sldNum"/>
          </p:nvPr>
        </p:nvSpPr>
        <p:spPr>
          <a:xfrm>
            <a:off x="8472458" y="4663217"/>
            <a:ext cx="548700" cy="393600"/>
          </a:xfrm>
          <a:prstGeom prst="rect">
            <a:avLst/>
          </a:prstGeom>
        </p:spPr>
        <p:txBody>
          <a:bodyPr anchorCtr="0" anchor="ctr" bIns="91425" lIns="91425" spcFirstLastPara="1" rIns="91425" wrap="square" tIns="91425">
            <a:norm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indent="0" lvl="0" marL="0" rtl="0" algn="r">
              <a:spcBef>
                <a:spcPts val="0"/>
              </a:spcBef>
              <a:spcAft>
                <a:spcPts val="0"/>
              </a:spcAft>
              <a:buNone/>
            </a:pPr>
            <a:fld id="{00000000-1234-1234-1234-123412341234}" type="slidenum">
              <a:rPr lang="en"/>
              <a:t>‹#›</a:t>
            </a:fld>
            <a:endParaRPr/>
          </a:p>
        </p:txBody>
      </p:sp>
    </p:spTree>
  </p:cSld>
  <p:clrMapOvr>
    <a:masterClrMapping/>
  </p:clrMapOvr>
</p:sldLayout>
</file>

<file path=ppt/slideLayouts/slideLayout9.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Caption">
  <p:cSld name="CAPTION_ONLY">
    <p:spTree>
      <p:nvGrpSpPr>
        <p:cNvPr id="41" name="Shape 41"/>
        <p:cNvGrpSpPr/>
        <p:nvPr/>
      </p:nvGrpSpPr>
      <p:grpSpPr>
        <a:xfrm>
          <a:off x="0" y="0"/>
          <a:ext cx="0" cy="0"/>
          <a:chOff x="0" y="0"/>
          <a:chExt cx="0" cy="0"/>
        </a:xfrm>
      </p:grpSpPr>
      <p:sp>
        <p:nvSpPr>
          <p:cNvPr id="42" name="Google Shape;42;p10"/>
          <p:cNvSpPr txBox="1"/>
          <p:nvPr>
            <p:ph idx="1" type="body"/>
          </p:nvPr>
        </p:nvSpPr>
        <p:spPr>
          <a:xfrm>
            <a:off x="311700" y="4230575"/>
            <a:ext cx="5998800" cy="605100"/>
          </a:xfrm>
          <a:prstGeom prst="rect">
            <a:avLst/>
          </a:prstGeom>
        </p:spPr>
        <p:txBody>
          <a:bodyPr anchorCtr="0" anchor="ctr" bIns="91425" lIns="91425" spcFirstLastPara="1" rIns="91425" wrap="square" tIns="91425">
            <a:normAutofit/>
          </a:bodyPr>
          <a:lstStyle>
            <a:lvl1pPr indent="-228600" lvl="0" marL="457200">
              <a:lnSpc>
                <a:spcPct val="100000"/>
              </a:lnSpc>
              <a:spcBef>
                <a:spcPts val="0"/>
              </a:spcBef>
              <a:spcAft>
                <a:spcPts val="0"/>
              </a:spcAft>
              <a:buSzPts val="1800"/>
              <a:buNone/>
              <a:defRPr/>
            </a:lvl1pPr>
          </a:lstStyle>
          <a:p/>
        </p:txBody>
      </p:sp>
      <p:sp>
        <p:nvSpPr>
          <p:cNvPr id="43" name="Google Shape;43;p10"/>
          <p:cNvSpPr txBox="1"/>
          <p:nvPr>
            <p:ph idx="12" type="sldNum"/>
          </p:nvPr>
        </p:nvSpPr>
        <p:spPr>
          <a:xfrm>
            <a:off x="8472458" y="4663217"/>
            <a:ext cx="548700" cy="393600"/>
          </a:xfrm>
          <a:prstGeom prst="rect">
            <a:avLst/>
          </a:prstGeom>
        </p:spPr>
        <p:txBody>
          <a:bodyPr anchorCtr="0" anchor="ctr" bIns="91425" lIns="91425" spcFirstLastPara="1" rIns="91425" wrap="square" tIns="91425">
            <a:norm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indent="0" lvl="0" marL="0" rtl="0" algn="r">
              <a:spcBef>
                <a:spcPts val="0"/>
              </a:spcBef>
              <a:spcAft>
                <a:spcPts val="0"/>
              </a:spcAft>
              <a:buNone/>
            </a:pPr>
            <a:fld id="{00000000-1234-1234-1234-123412341234}" type="slidenum">
              <a:rPr lang="en"/>
              <a:t>‹#›</a:t>
            </a:fld>
            <a:endParaRPr/>
          </a:p>
        </p:txBody>
      </p:sp>
    </p:spTree>
  </p:cSld>
  <p:clrMapOvr>
    <a:masterClrMapping/>
  </p:clrMapOvr>
</p:sldLayout>
</file>

<file path=ppt/slideLayouts/slideLayout10.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Big number">
  <p:cSld name="BIG_NUMBER">
    <p:spTree>
      <p:nvGrpSpPr>
        <p:cNvPr id="44" name="Shape 44"/>
        <p:cNvGrpSpPr/>
        <p:nvPr/>
      </p:nvGrpSpPr>
      <p:grpSpPr>
        <a:xfrm>
          <a:off x="0" y="0"/>
          <a:ext cx="0" cy="0"/>
          <a:chOff x="0" y="0"/>
          <a:chExt cx="0" cy="0"/>
        </a:xfrm>
      </p:grpSpPr>
      <p:sp>
        <p:nvSpPr>
          <p:cNvPr id="45" name="Google Shape;45;p11"/>
          <p:cNvSpPr txBox="1"/>
          <p:nvPr>
            <p:ph hasCustomPrompt="1" type="title"/>
          </p:nvPr>
        </p:nvSpPr>
        <p:spPr>
          <a:xfrm>
            <a:off x="311700" y="1106125"/>
            <a:ext cx="8520600" cy="1963500"/>
          </a:xfrm>
          <a:prstGeom prst="rect">
            <a:avLst/>
          </a:prstGeom>
        </p:spPr>
        <p:txBody>
          <a:bodyPr anchorCtr="0" anchor="b" bIns="91425" lIns="91425" spcFirstLastPara="1" rIns="91425" wrap="square" tIns="91425">
            <a:normAutofit/>
          </a:bodyPr>
          <a:lstStyle>
            <a:lvl1pPr lvl="0" algn="ctr">
              <a:spcBef>
                <a:spcPts val="0"/>
              </a:spcBef>
              <a:spcAft>
                <a:spcPts val="0"/>
              </a:spcAft>
              <a:buSzPts val="12000"/>
              <a:buNone/>
              <a:defRPr sz="12000"/>
            </a:lvl1pPr>
            <a:lvl2pPr lvl="1" algn="ctr">
              <a:spcBef>
                <a:spcPts val="0"/>
              </a:spcBef>
              <a:spcAft>
                <a:spcPts val="0"/>
              </a:spcAft>
              <a:buSzPts val="12000"/>
              <a:buNone/>
              <a:defRPr sz="12000"/>
            </a:lvl2pPr>
            <a:lvl3pPr lvl="2" algn="ctr">
              <a:spcBef>
                <a:spcPts val="0"/>
              </a:spcBef>
              <a:spcAft>
                <a:spcPts val="0"/>
              </a:spcAft>
              <a:buSzPts val="12000"/>
              <a:buNone/>
              <a:defRPr sz="12000"/>
            </a:lvl3pPr>
            <a:lvl4pPr lvl="3" algn="ctr">
              <a:spcBef>
                <a:spcPts val="0"/>
              </a:spcBef>
              <a:spcAft>
                <a:spcPts val="0"/>
              </a:spcAft>
              <a:buSzPts val="12000"/>
              <a:buNone/>
              <a:defRPr sz="12000"/>
            </a:lvl4pPr>
            <a:lvl5pPr lvl="4" algn="ctr">
              <a:spcBef>
                <a:spcPts val="0"/>
              </a:spcBef>
              <a:spcAft>
                <a:spcPts val="0"/>
              </a:spcAft>
              <a:buSzPts val="12000"/>
              <a:buNone/>
              <a:defRPr sz="12000"/>
            </a:lvl5pPr>
            <a:lvl6pPr lvl="5" algn="ctr">
              <a:spcBef>
                <a:spcPts val="0"/>
              </a:spcBef>
              <a:spcAft>
                <a:spcPts val="0"/>
              </a:spcAft>
              <a:buSzPts val="12000"/>
              <a:buNone/>
              <a:defRPr sz="12000"/>
            </a:lvl6pPr>
            <a:lvl7pPr lvl="6" algn="ctr">
              <a:spcBef>
                <a:spcPts val="0"/>
              </a:spcBef>
              <a:spcAft>
                <a:spcPts val="0"/>
              </a:spcAft>
              <a:buSzPts val="12000"/>
              <a:buNone/>
              <a:defRPr sz="12000"/>
            </a:lvl7pPr>
            <a:lvl8pPr lvl="7" algn="ctr">
              <a:spcBef>
                <a:spcPts val="0"/>
              </a:spcBef>
              <a:spcAft>
                <a:spcPts val="0"/>
              </a:spcAft>
              <a:buSzPts val="12000"/>
              <a:buNone/>
              <a:defRPr sz="12000"/>
            </a:lvl8pPr>
            <a:lvl9pPr lvl="8" algn="ctr">
              <a:spcBef>
                <a:spcPts val="0"/>
              </a:spcBef>
              <a:spcAft>
                <a:spcPts val="0"/>
              </a:spcAft>
              <a:buSzPts val="12000"/>
              <a:buNone/>
              <a:defRPr sz="12000"/>
            </a:lvl9pPr>
          </a:lstStyle>
          <a:p>
            <a:r>
              <a:t>xx%</a:t>
            </a:r>
          </a:p>
        </p:txBody>
      </p:sp>
      <p:sp>
        <p:nvSpPr>
          <p:cNvPr id="46" name="Google Shape;46;p11"/>
          <p:cNvSpPr txBox="1"/>
          <p:nvPr>
            <p:ph idx="1" type="body"/>
          </p:nvPr>
        </p:nvSpPr>
        <p:spPr>
          <a:xfrm>
            <a:off x="311700" y="3152225"/>
            <a:ext cx="8520600" cy="1300800"/>
          </a:xfrm>
          <a:prstGeom prst="rect">
            <a:avLst/>
          </a:prstGeom>
        </p:spPr>
        <p:txBody>
          <a:bodyPr anchorCtr="0" anchor="t" bIns="91425" lIns="91425" spcFirstLastPara="1" rIns="91425" wrap="square" tIns="91425">
            <a:normAutofit/>
          </a:bodyPr>
          <a:lstStyle>
            <a:lvl1pPr indent="-342900" lvl="0" marL="457200" algn="ctr">
              <a:spcBef>
                <a:spcPts val="0"/>
              </a:spcBef>
              <a:spcAft>
                <a:spcPts val="0"/>
              </a:spcAft>
              <a:buSzPts val="1800"/>
              <a:buChar char="●"/>
              <a:defRPr/>
            </a:lvl1pPr>
            <a:lvl2pPr indent="-317500" lvl="1" marL="914400" algn="ctr">
              <a:spcBef>
                <a:spcPts val="0"/>
              </a:spcBef>
              <a:spcAft>
                <a:spcPts val="0"/>
              </a:spcAft>
              <a:buSzPts val="1400"/>
              <a:buChar char="○"/>
              <a:defRPr/>
            </a:lvl2pPr>
            <a:lvl3pPr indent="-317500" lvl="2" marL="1371600" algn="ctr">
              <a:spcBef>
                <a:spcPts val="0"/>
              </a:spcBef>
              <a:spcAft>
                <a:spcPts val="0"/>
              </a:spcAft>
              <a:buSzPts val="1400"/>
              <a:buChar char="■"/>
              <a:defRPr/>
            </a:lvl3pPr>
            <a:lvl4pPr indent="-317500" lvl="3" marL="1828800" algn="ctr">
              <a:spcBef>
                <a:spcPts val="0"/>
              </a:spcBef>
              <a:spcAft>
                <a:spcPts val="0"/>
              </a:spcAft>
              <a:buSzPts val="1400"/>
              <a:buChar char="●"/>
              <a:defRPr/>
            </a:lvl4pPr>
            <a:lvl5pPr indent="-317500" lvl="4" marL="2286000" algn="ctr">
              <a:spcBef>
                <a:spcPts val="0"/>
              </a:spcBef>
              <a:spcAft>
                <a:spcPts val="0"/>
              </a:spcAft>
              <a:buSzPts val="1400"/>
              <a:buChar char="○"/>
              <a:defRPr/>
            </a:lvl5pPr>
            <a:lvl6pPr indent="-317500" lvl="5" marL="2743200" algn="ctr">
              <a:spcBef>
                <a:spcPts val="0"/>
              </a:spcBef>
              <a:spcAft>
                <a:spcPts val="0"/>
              </a:spcAft>
              <a:buSzPts val="1400"/>
              <a:buChar char="■"/>
              <a:defRPr/>
            </a:lvl6pPr>
            <a:lvl7pPr indent="-317500" lvl="6" marL="3200400" algn="ctr">
              <a:spcBef>
                <a:spcPts val="0"/>
              </a:spcBef>
              <a:spcAft>
                <a:spcPts val="0"/>
              </a:spcAft>
              <a:buSzPts val="1400"/>
              <a:buChar char="●"/>
              <a:defRPr/>
            </a:lvl7pPr>
            <a:lvl8pPr indent="-317500" lvl="7" marL="3657600" algn="ctr">
              <a:spcBef>
                <a:spcPts val="0"/>
              </a:spcBef>
              <a:spcAft>
                <a:spcPts val="0"/>
              </a:spcAft>
              <a:buSzPts val="1400"/>
              <a:buChar char="○"/>
              <a:defRPr/>
            </a:lvl8pPr>
            <a:lvl9pPr indent="-317500" lvl="8" marL="4114800" algn="ctr">
              <a:spcBef>
                <a:spcPts val="0"/>
              </a:spcBef>
              <a:spcAft>
                <a:spcPts val="0"/>
              </a:spcAft>
              <a:buSzPts val="1400"/>
              <a:buChar char="■"/>
              <a:defRPr/>
            </a:lvl9pPr>
          </a:lstStyle>
          <a:p/>
        </p:txBody>
      </p:sp>
      <p:sp>
        <p:nvSpPr>
          <p:cNvPr id="47" name="Google Shape;47;p11"/>
          <p:cNvSpPr txBox="1"/>
          <p:nvPr>
            <p:ph idx="12" type="sldNum"/>
          </p:nvPr>
        </p:nvSpPr>
        <p:spPr>
          <a:xfrm>
            <a:off x="8472458" y="4663217"/>
            <a:ext cx="548700" cy="393600"/>
          </a:xfrm>
          <a:prstGeom prst="rect">
            <a:avLst/>
          </a:prstGeom>
        </p:spPr>
        <p:txBody>
          <a:bodyPr anchorCtr="0" anchor="ctr" bIns="91425" lIns="91425" spcFirstLastPara="1" rIns="91425" wrap="square" tIns="91425">
            <a:norm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indent="0" lvl="0" marL="0" rtl="0" algn="r">
              <a:spcBef>
                <a:spcPts val="0"/>
              </a:spcBef>
              <a:spcAft>
                <a:spcPts val="0"/>
              </a:spcAft>
              <a:buNone/>
            </a:pPr>
            <a:fld id="{00000000-1234-1234-1234-123412341234}" type="slidenum">
              <a:rPr lang="en"/>
              <a:t>‹#›</a:t>
            </a:fld>
            <a:endParaRPr/>
          </a:p>
        </p:txBody>
      </p:sp>
    </p:spTree>
  </p:cSld>
  <p:clrMapOvr>
    <a:masterClrMapping/>
  </p:clrMapOvr>
</p:sldLayout>
</file>

<file path=ppt/slideLayouts/slideLayout11.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Blank" type="blank">
  <p:cSld name="BLANK">
    <p:spTree>
      <p:nvGrpSpPr>
        <p:cNvPr id="48" name="Shape 48"/>
        <p:cNvGrpSpPr/>
        <p:nvPr/>
      </p:nvGrpSpPr>
      <p:grpSpPr>
        <a:xfrm>
          <a:off x="0" y="0"/>
          <a:ext cx="0" cy="0"/>
          <a:chOff x="0" y="0"/>
          <a:chExt cx="0" cy="0"/>
        </a:xfrm>
      </p:grpSpPr>
      <p:sp>
        <p:nvSpPr>
          <p:cNvPr id="49" name="Google Shape;49;p12"/>
          <p:cNvSpPr txBox="1"/>
          <p:nvPr>
            <p:ph idx="12" type="sldNum"/>
          </p:nvPr>
        </p:nvSpPr>
        <p:spPr>
          <a:xfrm>
            <a:off x="8472458" y="4663217"/>
            <a:ext cx="548700" cy="393600"/>
          </a:xfrm>
          <a:prstGeom prst="rect">
            <a:avLst/>
          </a:prstGeom>
        </p:spPr>
        <p:txBody>
          <a:bodyPr anchorCtr="0" anchor="ctr" bIns="91425" lIns="91425" spcFirstLastPara="1" rIns="91425" wrap="square" tIns="91425">
            <a:norm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indent="0" lvl="0" marL="0" rtl="0" algn="r">
              <a:spcBef>
                <a:spcPts val="0"/>
              </a:spcBef>
              <a:spcAft>
                <a:spcPts val="0"/>
              </a:spcAft>
              <a:buNone/>
            </a:pPr>
            <a:fld id="{00000000-1234-1234-1234-123412341234}" type="slidenum">
              <a:rPr lang="en"/>
              <a:t>‹#›</a:t>
            </a:fld>
            <a:endParaRPr/>
          </a:p>
        </p:txBody>
      </p:sp>
    </p:spTree>
  </p:cSld>
  <p:clrMapOvr>
    <a:masterClrMapping/>
  </p:clrMapOvr>
</p:sldLayout>
</file>

<file path=ppt/slideLayouts/slideLayout12.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itle slide 1">
  <p:cSld name="TITLE_1">
    <p:spTree>
      <p:nvGrpSpPr>
        <p:cNvPr id="50" name="Shape 50"/>
        <p:cNvGrpSpPr/>
        <p:nvPr/>
      </p:nvGrpSpPr>
      <p:grpSpPr>
        <a:xfrm>
          <a:off x="0" y="0"/>
          <a:ext cx="0" cy="0"/>
          <a:chOff x="0" y="0"/>
          <a:chExt cx="0" cy="0"/>
        </a:xfrm>
      </p:grpSpPr>
      <p:sp>
        <p:nvSpPr>
          <p:cNvPr id="51" name="Google Shape;51;p13"/>
          <p:cNvSpPr txBox="1"/>
          <p:nvPr>
            <p:ph idx="12" type="sldNum"/>
          </p:nvPr>
        </p:nvSpPr>
        <p:spPr>
          <a:xfrm>
            <a:off x="8472458" y="4663217"/>
            <a:ext cx="548700" cy="393600"/>
          </a:xfrm>
          <a:prstGeom prst="rect">
            <a:avLst/>
          </a:prstGeom>
        </p:spPr>
        <p:txBody>
          <a:bodyPr anchorCtr="0" anchor="ctr" bIns="91425" lIns="91425" spcFirstLastPara="1" rIns="91425" wrap="square" tIns="91425">
            <a:norm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indent="0" lvl="0" marL="0" rtl="0" algn="r">
              <a:spcBef>
                <a:spcPts val="0"/>
              </a:spcBef>
              <a:spcAft>
                <a:spcPts val="0"/>
              </a:spcAft>
              <a:buNone/>
            </a:pPr>
            <a:fld id="{00000000-1234-1234-1234-123412341234}" type="slidenum">
              <a:rPr lang="en"/>
              <a:t>‹#›</a:t>
            </a:fld>
            <a:endParaRPr/>
          </a:p>
        </p:txBody>
      </p:sp>
    </p:spTree>
  </p:cSld>
  <p:clrMapOvr>
    <a:masterClrMapping/>
  </p:clrMapOvr>
</p:sldLayout>
</file>

<file path=ppt/slideLayouts/slideLayout13.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itle slide 2">
  <p:cSld name="TITLE_2">
    <p:spTree>
      <p:nvGrpSpPr>
        <p:cNvPr id="52" name="Shape 52"/>
        <p:cNvGrpSpPr/>
        <p:nvPr/>
      </p:nvGrpSpPr>
      <p:grpSpPr>
        <a:xfrm>
          <a:off x="0" y="0"/>
          <a:ext cx="0" cy="0"/>
          <a:chOff x="0" y="0"/>
          <a:chExt cx="0" cy="0"/>
        </a:xfrm>
      </p:grpSpPr>
      <p:sp>
        <p:nvSpPr>
          <p:cNvPr id="53" name="Google Shape;53;p14"/>
          <p:cNvSpPr txBox="1"/>
          <p:nvPr>
            <p:ph idx="12" type="sldNum"/>
          </p:nvPr>
        </p:nvSpPr>
        <p:spPr>
          <a:xfrm>
            <a:off x="8472458" y="4663217"/>
            <a:ext cx="548700" cy="393600"/>
          </a:xfrm>
          <a:prstGeom prst="rect">
            <a:avLst/>
          </a:prstGeom>
        </p:spPr>
        <p:txBody>
          <a:bodyPr anchorCtr="0" anchor="ctr" bIns="91425" lIns="91425" spcFirstLastPara="1" rIns="91425" wrap="square" tIns="91425">
            <a:norm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indent="0" lvl="0" marL="0" rtl="0" algn="r">
              <a:spcBef>
                <a:spcPts val="0"/>
              </a:spcBef>
              <a:spcAft>
                <a:spcPts val="0"/>
              </a:spcAft>
              <a:buNone/>
            </a:pPr>
            <a:fld id="{00000000-1234-1234-1234-123412341234}" type="slidenum">
              <a:rPr lang="en"/>
              <a:t>‹#›</a:t>
            </a:fld>
            <a:endParaRPr/>
          </a:p>
        </p:txBody>
      </p:sp>
    </p:spTree>
  </p:cSld>
  <p:clrMapOvr>
    <a:masterClrMapping/>
  </p:clrMapOvr>
</p:sldLayout>
</file>

<file path=ppt/slideLayouts/slideLayout14.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itle slide" type="title">
  <p:cSld name="TITLE">
    <p:spTree>
      <p:nvGrpSpPr>
        <p:cNvPr id="56" name="Shape 56"/>
        <p:cNvGrpSpPr/>
        <p:nvPr/>
      </p:nvGrpSpPr>
      <p:grpSpPr>
        <a:xfrm>
          <a:off x="0" y="0"/>
          <a:ext cx="0" cy="0"/>
          <a:chOff x="0" y="0"/>
          <a:chExt cx="0" cy="0"/>
        </a:xfrm>
      </p:grpSpPr>
      <p:sp>
        <p:nvSpPr>
          <p:cNvPr id="57" name="Google Shape;57;p16"/>
          <p:cNvSpPr txBox="1"/>
          <p:nvPr>
            <p:ph idx="12" type="sldNum"/>
          </p:nvPr>
        </p:nvSpPr>
        <p:spPr>
          <a:xfrm>
            <a:off x="8472458" y="4663217"/>
            <a:ext cx="548700" cy="393600"/>
          </a:xfrm>
          <a:prstGeom prst="rect">
            <a:avLst/>
          </a:prstGeom>
        </p:spPr>
        <p:txBody>
          <a:bodyPr anchorCtr="0" anchor="ctr" bIns="91425" lIns="91425" spcFirstLastPara="1" rIns="91425" wrap="square" tIns="91425">
            <a:norm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indent="0" lvl="0" marL="0" rtl="0" algn="r">
              <a:spcBef>
                <a:spcPts val="0"/>
              </a:spcBef>
              <a:spcAft>
                <a:spcPts val="0"/>
              </a:spcAft>
              <a:buNone/>
            </a:pPr>
            <a:fld id="{00000000-1234-1234-1234-123412341234}" type="slidenum">
              <a:rPr lang="en"/>
              <a:t>‹#›</a:t>
            </a:fld>
            <a:endParaRPr/>
          </a:p>
        </p:txBody>
      </p:sp>
    </p:spTree>
  </p:cSld>
  <p:clrMapOvr>
    <a:masterClrMapping/>
  </p:clrMapOvr>
</p:sldLayout>
</file>

<file path=ppt/slideLayouts/slideLayout15.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eam (4 people)" type="secHead">
  <p:cSld name="SECTION_HEADER">
    <p:spTree>
      <p:nvGrpSpPr>
        <p:cNvPr id="58" name="Shape 58"/>
        <p:cNvGrpSpPr/>
        <p:nvPr/>
      </p:nvGrpSpPr>
      <p:grpSpPr>
        <a:xfrm>
          <a:off x="0" y="0"/>
          <a:ext cx="0" cy="0"/>
          <a:chOff x="0" y="0"/>
          <a:chExt cx="0" cy="0"/>
        </a:xfrm>
      </p:grpSpPr>
    </p:spTree>
  </p:cSld>
  <p:clrMapOvr>
    <a:masterClrMapping/>
  </p:clrMapOvr>
</p:sldLayout>
</file>

<file path=ppt/slideLayouts/slideLayout16.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itle and body" type="tx">
  <p:cSld name="TITLE_AND_BODY">
    <p:spTree>
      <p:nvGrpSpPr>
        <p:cNvPr id="59" name="Shape 59"/>
        <p:cNvGrpSpPr/>
        <p:nvPr/>
      </p:nvGrpSpPr>
      <p:grpSpPr>
        <a:xfrm>
          <a:off x="0" y="0"/>
          <a:ext cx="0" cy="0"/>
          <a:chOff x="0" y="0"/>
          <a:chExt cx="0" cy="0"/>
        </a:xfrm>
      </p:grpSpPr>
      <p:sp>
        <p:nvSpPr>
          <p:cNvPr id="60" name="Google Shape;60;p18"/>
          <p:cNvSpPr txBox="1"/>
          <p:nvPr>
            <p:ph idx="12" type="sldNum"/>
          </p:nvPr>
        </p:nvSpPr>
        <p:spPr>
          <a:xfrm>
            <a:off x="8472458" y="4663217"/>
            <a:ext cx="548700" cy="393600"/>
          </a:xfrm>
          <a:prstGeom prst="rect">
            <a:avLst/>
          </a:prstGeom>
        </p:spPr>
        <p:txBody>
          <a:bodyPr anchorCtr="0" anchor="ctr" bIns="91425" lIns="91425" spcFirstLastPara="1" rIns="91425" wrap="square" tIns="91425">
            <a:norm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indent="0" lvl="0" marL="0" rtl="0" algn="r">
              <a:spcBef>
                <a:spcPts val="0"/>
              </a:spcBef>
              <a:spcAft>
                <a:spcPts val="0"/>
              </a:spcAft>
              <a:buNone/>
            </a:pPr>
            <a:fld id="{00000000-1234-1234-1234-123412341234}" type="slidenum">
              <a:rPr lang="en"/>
              <a:t>‹#›</a:t>
            </a:fld>
            <a:endParaRPr/>
          </a:p>
        </p:txBody>
      </p:sp>
    </p:spTree>
  </p:cSld>
  <p:clrMapOvr>
    <a:masterClrMapping/>
  </p:clrMapOvr>
</p:sldLayout>
</file>

<file path=ppt/slideLayouts/slideLayout17.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itle and two columns" type="twoColTx">
  <p:cSld name="TITLE_AND_TWO_COLUMNS">
    <p:spTree>
      <p:nvGrpSpPr>
        <p:cNvPr id="61" name="Shape 61"/>
        <p:cNvGrpSpPr/>
        <p:nvPr/>
      </p:nvGrpSpPr>
      <p:grpSpPr>
        <a:xfrm>
          <a:off x="0" y="0"/>
          <a:ext cx="0" cy="0"/>
          <a:chOff x="0" y="0"/>
          <a:chExt cx="0" cy="0"/>
        </a:xfrm>
      </p:grpSpPr>
      <p:sp>
        <p:nvSpPr>
          <p:cNvPr id="62" name="Google Shape;62;p19"/>
          <p:cNvSpPr txBox="1"/>
          <p:nvPr>
            <p:ph idx="12" type="sldNum"/>
          </p:nvPr>
        </p:nvSpPr>
        <p:spPr>
          <a:xfrm>
            <a:off x="8472458" y="4663217"/>
            <a:ext cx="548700" cy="393600"/>
          </a:xfrm>
          <a:prstGeom prst="rect">
            <a:avLst/>
          </a:prstGeom>
        </p:spPr>
        <p:txBody>
          <a:bodyPr anchorCtr="0" anchor="ctr" bIns="91425" lIns="91425" spcFirstLastPara="1" rIns="91425" wrap="square" tIns="91425">
            <a:norm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indent="0" lvl="0" marL="0" rtl="0" algn="r">
              <a:spcBef>
                <a:spcPts val="0"/>
              </a:spcBef>
              <a:spcAft>
                <a:spcPts val="0"/>
              </a:spcAft>
              <a:buNone/>
            </a:pPr>
            <a:fld id="{00000000-1234-1234-1234-123412341234}" type="slidenum">
              <a:rPr lang="en"/>
              <a:t>‹#›</a:t>
            </a:fld>
            <a:endParaRPr/>
          </a:p>
        </p:txBody>
      </p:sp>
    </p:spTree>
  </p:cSld>
  <p:clrMapOvr>
    <a:masterClrMapping/>
  </p:clrMapOvr>
</p:sldLayout>
</file>

<file path=ppt/slideLayouts/slideLayout18.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itle only" type="titleOnly">
  <p:cSld name="TITLE_ONLY">
    <p:spTree>
      <p:nvGrpSpPr>
        <p:cNvPr id="63" name="Shape 63"/>
        <p:cNvGrpSpPr/>
        <p:nvPr/>
      </p:nvGrpSpPr>
      <p:grpSpPr>
        <a:xfrm>
          <a:off x="0" y="0"/>
          <a:ext cx="0" cy="0"/>
          <a:chOff x="0" y="0"/>
          <a:chExt cx="0" cy="0"/>
        </a:xfrm>
      </p:grpSpPr>
      <p:sp>
        <p:nvSpPr>
          <p:cNvPr id="64" name="Google Shape;64;p20"/>
          <p:cNvSpPr txBox="1"/>
          <p:nvPr>
            <p:ph idx="12" type="sldNum"/>
          </p:nvPr>
        </p:nvSpPr>
        <p:spPr>
          <a:xfrm>
            <a:off x="8472458" y="4663217"/>
            <a:ext cx="548700" cy="393600"/>
          </a:xfrm>
          <a:prstGeom prst="rect">
            <a:avLst/>
          </a:prstGeom>
        </p:spPr>
        <p:txBody>
          <a:bodyPr anchorCtr="0" anchor="ctr" bIns="91425" lIns="91425" spcFirstLastPara="1" rIns="91425" wrap="square" tIns="91425">
            <a:norm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indent="0" lvl="0" marL="0" rtl="0" algn="r">
              <a:spcBef>
                <a:spcPts val="0"/>
              </a:spcBef>
              <a:spcAft>
                <a:spcPts val="0"/>
              </a:spcAft>
              <a:buNone/>
            </a:pPr>
            <a:fld id="{00000000-1234-1234-1234-123412341234}" type="slidenum">
              <a:rPr lang="en"/>
              <a:t>‹#›</a:t>
            </a:fld>
            <a:endParaRPr/>
          </a:p>
        </p:txBody>
      </p:sp>
    </p:spTree>
  </p:cSld>
  <p:clrMapOvr>
    <a:masterClrMapping/>
  </p:clrMapOvr>
</p:sldLayout>
</file>

<file path=ppt/slideLayouts/slideLayout19.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One column text">
  <p:cSld name="ONE_COLUMN_TEXT">
    <p:spTree>
      <p:nvGrpSpPr>
        <p:cNvPr id="65" name="Shape 65"/>
        <p:cNvGrpSpPr/>
        <p:nvPr/>
      </p:nvGrpSpPr>
      <p:grpSpPr>
        <a:xfrm>
          <a:off x="0" y="0"/>
          <a:ext cx="0" cy="0"/>
          <a:chOff x="0" y="0"/>
          <a:chExt cx="0" cy="0"/>
        </a:xfrm>
      </p:grpSpPr>
      <p:sp>
        <p:nvSpPr>
          <p:cNvPr id="66" name="Google Shape;66;p21"/>
          <p:cNvSpPr txBox="1"/>
          <p:nvPr>
            <p:ph idx="12" type="sldNum"/>
          </p:nvPr>
        </p:nvSpPr>
        <p:spPr>
          <a:xfrm>
            <a:off x="8472458" y="4663217"/>
            <a:ext cx="548700" cy="393600"/>
          </a:xfrm>
          <a:prstGeom prst="rect">
            <a:avLst/>
          </a:prstGeom>
        </p:spPr>
        <p:txBody>
          <a:bodyPr anchorCtr="0" anchor="ctr" bIns="91425" lIns="91425" spcFirstLastPara="1" rIns="91425" wrap="square" tIns="91425">
            <a:norm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indent="0" lvl="0" marL="0" rtl="0" algn="r">
              <a:spcBef>
                <a:spcPts val="0"/>
              </a:spcBef>
              <a:spcAft>
                <a:spcPts val="0"/>
              </a:spcAft>
              <a:buNone/>
            </a:pPr>
            <a:fld id="{00000000-1234-1234-1234-123412341234}" type="slidenum">
              <a:rPr lang="en"/>
              <a:t>‹#›</a:t>
            </a:fld>
            <a:endParaRPr/>
          </a:p>
        </p:txBody>
      </p:sp>
    </p:spTree>
  </p:cSld>
  <p:clrMapOvr>
    <a:masterClrMapping/>
  </p:clrMapOvr>
</p:sldLayout>
</file>

<file path=ppt/slideLayouts/slideLayout20.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Main point">
  <p:cSld name="MAIN_POINT">
    <p:spTree>
      <p:nvGrpSpPr>
        <p:cNvPr id="67" name="Shape 67"/>
        <p:cNvGrpSpPr/>
        <p:nvPr/>
      </p:nvGrpSpPr>
      <p:grpSpPr>
        <a:xfrm>
          <a:off x="0" y="0"/>
          <a:ext cx="0" cy="0"/>
          <a:chOff x="0" y="0"/>
          <a:chExt cx="0" cy="0"/>
        </a:xfrm>
      </p:grpSpPr>
      <p:sp>
        <p:nvSpPr>
          <p:cNvPr id="68" name="Google Shape;68;p22"/>
          <p:cNvSpPr txBox="1"/>
          <p:nvPr>
            <p:ph idx="12" type="sldNum"/>
          </p:nvPr>
        </p:nvSpPr>
        <p:spPr>
          <a:xfrm>
            <a:off x="8472458" y="4663217"/>
            <a:ext cx="548700" cy="393600"/>
          </a:xfrm>
          <a:prstGeom prst="rect">
            <a:avLst/>
          </a:prstGeom>
        </p:spPr>
        <p:txBody>
          <a:bodyPr anchorCtr="0" anchor="ctr" bIns="91425" lIns="91425" spcFirstLastPara="1" rIns="91425" wrap="square" tIns="91425">
            <a:norm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indent="0" lvl="0" marL="0" rtl="0" algn="r">
              <a:spcBef>
                <a:spcPts val="0"/>
              </a:spcBef>
              <a:spcAft>
                <a:spcPts val="0"/>
              </a:spcAft>
              <a:buNone/>
            </a:pPr>
            <a:fld id="{00000000-1234-1234-1234-123412341234}" type="slidenum">
              <a:rPr lang="en"/>
              <a:t>‹#›</a:t>
            </a:fld>
            <a:endParaRPr/>
          </a:p>
        </p:txBody>
      </p:sp>
    </p:spTree>
  </p:cSld>
  <p:clrMapOvr>
    <a:masterClrMapping/>
  </p:clrMapOvr>
</p:sldLayout>
</file>

<file path=ppt/slideLayouts/slideLayout21.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Section title and description">
  <p:cSld name="SECTION_TITLE_AND_DESCRIPTION">
    <p:spTree>
      <p:nvGrpSpPr>
        <p:cNvPr id="69" name="Shape 69"/>
        <p:cNvGrpSpPr/>
        <p:nvPr/>
      </p:nvGrpSpPr>
      <p:grpSpPr>
        <a:xfrm>
          <a:off x="0" y="0"/>
          <a:ext cx="0" cy="0"/>
          <a:chOff x="0" y="0"/>
          <a:chExt cx="0" cy="0"/>
        </a:xfrm>
      </p:grpSpPr>
      <p:sp>
        <p:nvSpPr>
          <p:cNvPr id="70" name="Google Shape;70;p23"/>
          <p:cNvSpPr txBox="1"/>
          <p:nvPr>
            <p:ph idx="12" type="sldNum"/>
          </p:nvPr>
        </p:nvSpPr>
        <p:spPr>
          <a:xfrm>
            <a:off x="8472458" y="4663217"/>
            <a:ext cx="548700" cy="393600"/>
          </a:xfrm>
          <a:prstGeom prst="rect">
            <a:avLst/>
          </a:prstGeom>
        </p:spPr>
        <p:txBody>
          <a:bodyPr anchorCtr="0" anchor="ctr" bIns="91425" lIns="91425" spcFirstLastPara="1" rIns="91425" wrap="square" tIns="91425">
            <a:norm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indent="0" lvl="0" marL="0" rtl="0" algn="r">
              <a:spcBef>
                <a:spcPts val="0"/>
              </a:spcBef>
              <a:spcAft>
                <a:spcPts val="0"/>
              </a:spcAft>
              <a:buNone/>
            </a:pPr>
            <a:fld id="{00000000-1234-1234-1234-123412341234}" type="slidenum">
              <a:rPr lang="en"/>
              <a:t>‹#›</a:t>
            </a:fld>
            <a:endParaRPr/>
          </a:p>
        </p:txBody>
      </p:sp>
    </p:spTree>
  </p:cSld>
  <p:clrMapOvr>
    <a:masterClrMapping/>
  </p:clrMapOvr>
</p:sldLayout>
</file>

<file path=ppt/slideLayouts/slideLayout22.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Caption">
  <p:cSld name="CAPTION_ONLY">
    <p:spTree>
      <p:nvGrpSpPr>
        <p:cNvPr id="71" name="Shape 71"/>
        <p:cNvGrpSpPr/>
        <p:nvPr/>
      </p:nvGrpSpPr>
      <p:grpSpPr>
        <a:xfrm>
          <a:off x="0" y="0"/>
          <a:ext cx="0" cy="0"/>
          <a:chOff x="0" y="0"/>
          <a:chExt cx="0" cy="0"/>
        </a:xfrm>
      </p:grpSpPr>
      <p:sp>
        <p:nvSpPr>
          <p:cNvPr id="72" name="Google Shape;72;p24"/>
          <p:cNvSpPr txBox="1"/>
          <p:nvPr>
            <p:ph idx="12" type="sldNum"/>
          </p:nvPr>
        </p:nvSpPr>
        <p:spPr>
          <a:xfrm>
            <a:off x="8472458" y="4663217"/>
            <a:ext cx="548700" cy="393600"/>
          </a:xfrm>
          <a:prstGeom prst="rect">
            <a:avLst/>
          </a:prstGeom>
        </p:spPr>
        <p:txBody>
          <a:bodyPr anchorCtr="0" anchor="ctr" bIns="91425" lIns="91425" spcFirstLastPara="1" rIns="91425" wrap="square" tIns="91425">
            <a:norm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indent="0" lvl="0" marL="0" rtl="0" algn="r">
              <a:spcBef>
                <a:spcPts val="0"/>
              </a:spcBef>
              <a:spcAft>
                <a:spcPts val="0"/>
              </a:spcAft>
              <a:buNone/>
            </a:pPr>
            <a:r>
              <a:t/>
            </a:r>
            <a:endParaRPr/>
          </a:p>
        </p:txBody>
      </p:sp>
    </p:spTree>
  </p:cSld>
  <p:clrMapOvr>
    <a:masterClrMapping/>
  </p:clrMapOvr>
</p:sldLayout>
</file>

<file path=ppt/slideLayouts/slideLayout23.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Big number">
  <p:cSld name="BIG_NUMBER">
    <p:spTree>
      <p:nvGrpSpPr>
        <p:cNvPr id="73" name="Shape 73"/>
        <p:cNvGrpSpPr/>
        <p:nvPr/>
      </p:nvGrpSpPr>
      <p:grpSpPr>
        <a:xfrm>
          <a:off x="0" y="0"/>
          <a:ext cx="0" cy="0"/>
          <a:chOff x="0" y="0"/>
          <a:chExt cx="0" cy="0"/>
        </a:xfrm>
      </p:grpSpPr>
      <p:sp>
        <p:nvSpPr>
          <p:cNvPr id="74" name="Google Shape;74;p25"/>
          <p:cNvSpPr txBox="1"/>
          <p:nvPr>
            <p:ph idx="12" type="sldNum"/>
          </p:nvPr>
        </p:nvSpPr>
        <p:spPr>
          <a:xfrm>
            <a:off x="8472458" y="4663217"/>
            <a:ext cx="548700" cy="393600"/>
          </a:xfrm>
          <a:prstGeom prst="rect">
            <a:avLst/>
          </a:prstGeom>
        </p:spPr>
        <p:txBody>
          <a:bodyPr anchorCtr="0" anchor="ctr" bIns="91425" lIns="91425" spcFirstLastPara="1" rIns="91425" wrap="square" tIns="91425">
            <a:norm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indent="0" lvl="0" marL="0" rtl="0" algn="r">
              <a:spcBef>
                <a:spcPts val="0"/>
              </a:spcBef>
              <a:spcAft>
                <a:spcPts val="0"/>
              </a:spcAft>
              <a:buNone/>
            </a:pPr>
            <a:fld id="{00000000-1234-1234-1234-123412341234}" type="slidenum">
              <a:rPr lang="en"/>
              <a:t>‹#›</a:t>
            </a:fld>
            <a:endParaRPr/>
          </a:p>
        </p:txBody>
      </p:sp>
    </p:spTree>
  </p:cSld>
  <p:clrMapOvr>
    <a:masterClrMapping/>
  </p:clrMapOvr>
</p:sldLayout>
</file>

<file path=ppt/slideLayouts/slideLayout24.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Blank" type="blank">
  <p:cSld name="BLANK">
    <p:spTree>
      <p:nvGrpSpPr>
        <p:cNvPr id="75" name="Shape 75"/>
        <p:cNvGrpSpPr/>
        <p:nvPr/>
      </p:nvGrpSpPr>
      <p:grpSpPr>
        <a:xfrm>
          <a:off x="0" y="0"/>
          <a:ext cx="0" cy="0"/>
          <a:chOff x="0" y="0"/>
          <a:chExt cx="0" cy="0"/>
        </a:xfrm>
      </p:grpSpPr>
      <p:sp>
        <p:nvSpPr>
          <p:cNvPr id="76" name="Google Shape;76;p26"/>
          <p:cNvSpPr txBox="1"/>
          <p:nvPr>
            <p:ph idx="12" type="sldNum"/>
          </p:nvPr>
        </p:nvSpPr>
        <p:spPr>
          <a:xfrm>
            <a:off x="8472458" y="4663217"/>
            <a:ext cx="548700" cy="393600"/>
          </a:xfrm>
          <a:prstGeom prst="rect">
            <a:avLst/>
          </a:prstGeom>
        </p:spPr>
        <p:txBody>
          <a:bodyPr anchorCtr="0" anchor="ctr" bIns="91425" lIns="91425" spcFirstLastPara="1" rIns="91425" wrap="square" tIns="91425">
            <a:norm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indent="0" lvl="0" marL="0" rtl="0" algn="r">
              <a:spcBef>
                <a:spcPts val="0"/>
              </a:spcBef>
              <a:spcAft>
                <a:spcPts val="0"/>
              </a:spcAft>
              <a:buNone/>
            </a:pPr>
            <a:fld id="{00000000-1234-1234-1234-123412341234}" type="slidenum">
              <a:rPr lang="en"/>
              <a:t>‹#›</a:t>
            </a:fld>
            <a:endParaRPr/>
          </a:p>
        </p:txBody>
      </p:sp>
    </p:spTree>
  </p:cSld>
  <p:clrMapOvr>
    <a:masterClrMapping/>
  </p:clrMapOvr>
</p:sldLayout>
</file>

<file path=ppt/slideLayouts/slideLayout25.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DEFAULT">
  <p:cSld name="DEFAULT">
    <p:bg>
      <p:bgPr>
        <a:solidFill>
          <a:schemeClr val="lt1"/>
        </a:solidFill>
      </p:bgPr>
    </p:bg>
    <p:spTree>
      <p:nvGrpSpPr>
        <p:cNvPr id="77" name="Shape 77"/>
        <p:cNvGrpSpPr/>
        <p:nvPr/>
      </p:nvGrpSpPr>
      <p:grpSpPr>
        <a:xfrm>
          <a:off x="0" y="0"/>
          <a:ext cx="0" cy="0"/>
          <a:chOff x="0" y="0"/>
          <a:chExt cx="0" cy="0"/>
        </a:xfrm>
      </p:grpSpPr>
    </p:spTree>
  </p:cSld>
  <p:clrMapOvr>
    <a:masterClrMapping/>
  </p:clrMapOvr>
</p:sldLayout>
</file>

<file path=ppt/slideMasters/_rels/slideMaster1.xml.rels><?xml version="1.0" encoding="UTF-8" standalone="yes"?><Relationships xmlns="http://schemas.openxmlformats.org/package/2006/relationships"><Relationship Id="rId11" Type="http://schemas.openxmlformats.org/officeDocument/2006/relationships/slideLayout" Target="../slideLayouts/slideLayout11.xml"/><Relationship Id="rId10" Type="http://schemas.openxmlformats.org/officeDocument/2006/relationships/slideLayout" Target="../slideLayouts/slideLayout10.xml"/><Relationship Id="rId13" Type="http://schemas.openxmlformats.org/officeDocument/2006/relationships/slideLayout" Target="../slideLayouts/slideLayout13.xml"/><Relationship Id="rId12" Type="http://schemas.openxmlformats.org/officeDocument/2006/relationships/slideLayout" Target="../slideLayouts/slideLayout12.xml"/><Relationship Id="rId1" Type="http://schemas.openxmlformats.org/officeDocument/2006/relationships/slideLayout" Target="../slideLayouts/slideLayout1.xml"/><Relationship Id="rId2" Type="http://schemas.openxmlformats.org/officeDocument/2006/relationships/slideLayout" Target="../slideLayouts/slideLayout2.xml"/><Relationship Id="rId3" Type="http://schemas.openxmlformats.org/officeDocument/2006/relationships/slideLayout" Target="../slideLayouts/slideLayout3.xml"/><Relationship Id="rId4" Type="http://schemas.openxmlformats.org/officeDocument/2006/relationships/slideLayout" Target="../slideLayouts/slideLayout4.xml"/><Relationship Id="rId9" Type="http://schemas.openxmlformats.org/officeDocument/2006/relationships/slideLayout" Target="../slideLayouts/slideLayout9.xml"/><Relationship Id="rId14" Type="http://schemas.openxmlformats.org/officeDocument/2006/relationships/theme" Target="../theme/theme1.xml"/><Relationship Id="rId5" Type="http://schemas.openxmlformats.org/officeDocument/2006/relationships/slideLayout" Target="../slideLayouts/slideLayout5.xml"/><Relationship Id="rId6" Type="http://schemas.openxmlformats.org/officeDocument/2006/relationships/slideLayout" Target="../slideLayouts/slideLayout6.xml"/><Relationship Id="rId7" Type="http://schemas.openxmlformats.org/officeDocument/2006/relationships/slideLayout" Target="../slideLayouts/slideLayout7.xml"/><Relationship Id="rId8" Type="http://schemas.openxmlformats.org/officeDocument/2006/relationships/slideLayout" Target="../slideLayouts/slideLayout8.xml"/></Relationships>
</file>

<file path=ppt/slideMasters/_rels/slideMaster2.xml.rels><?xml version="1.0" encoding="UTF-8" standalone="yes"?><Relationships xmlns="http://schemas.openxmlformats.org/package/2006/relationships"><Relationship Id="rId11" Type="http://schemas.openxmlformats.org/officeDocument/2006/relationships/slideLayout" Target="../slideLayouts/slideLayout24.xml"/><Relationship Id="rId10" Type="http://schemas.openxmlformats.org/officeDocument/2006/relationships/slideLayout" Target="../slideLayouts/slideLayout23.xml"/><Relationship Id="rId13" Type="http://schemas.openxmlformats.org/officeDocument/2006/relationships/theme" Target="../theme/theme2.xml"/><Relationship Id="rId12" Type="http://schemas.openxmlformats.org/officeDocument/2006/relationships/slideLayout" Target="../slideLayouts/slideLayout25.xml"/><Relationship Id="rId1" Type="http://schemas.openxmlformats.org/officeDocument/2006/relationships/slideLayout" Target="../slideLayouts/slideLayout14.xml"/><Relationship Id="rId2" Type="http://schemas.openxmlformats.org/officeDocument/2006/relationships/slideLayout" Target="../slideLayouts/slideLayout15.xml"/><Relationship Id="rId3" Type="http://schemas.openxmlformats.org/officeDocument/2006/relationships/slideLayout" Target="../slideLayouts/slideLayout16.xml"/><Relationship Id="rId4" Type="http://schemas.openxmlformats.org/officeDocument/2006/relationships/slideLayout" Target="../slideLayouts/slideLayout17.xml"/><Relationship Id="rId9" Type="http://schemas.openxmlformats.org/officeDocument/2006/relationships/slideLayout" Target="../slideLayouts/slideLayout22.xml"/><Relationship Id="rId5" Type="http://schemas.openxmlformats.org/officeDocument/2006/relationships/slideLayout" Target="../slideLayouts/slideLayout18.xml"/><Relationship Id="rId6" Type="http://schemas.openxmlformats.org/officeDocument/2006/relationships/slideLayout" Target="../slideLayouts/slideLayout19.xml"/><Relationship Id="rId7" Type="http://schemas.openxmlformats.org/officeDocument/2006/relationships/slideLayout" Target="../slideLayouts/slideLayout20.xml"/><Relationship Id="rId8" Type="http://schemas.openxmlformats.org/officeDocument/2006/relationships/slideLayout" Target="../slideLayouts/slideLayout21.xml"/></Relationships>
</file>

<file path=ppt/slideMasters/slideMaster1.xml><?xml version="1.0" encoding="utf-8"?>
<p:sldMaster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name="simple-light-2">
    <p:bg>
      <p:bgPr>
        <a:solidFill>
          <a:srgbClr val="F2F1EE"/>
        </a:solidFill>
      </p:bgPr>
    </p:bg>
    <p:spTree>
      <p:nvGrpSpPr>
        <p:cNvPr id="5" name="Shape 5"/>
        <p:cNvGrpSpPr/>
        <p:nvPr/>
      </p:nvGrpSpPr>
      <p:grpSpPr>
        <a:xfrm>
          <a:off x="0" y="0"/>
          <a:ext cx="0" cy="0"/>
          <a:chOff x="0" y="0"/>
          <a:chExt cx="0" cy="0"/>
        </a:xfrm>
      </p:grpSpPr>
      <p:sp>
        <p:nvSpPr>
          <p:cNvPr id="6" name="Google Shape;6;p1"/>
          <p:cNvSpPr txBox="1"/>
          <p:nvPr>
            <p:ph type="title"/>
          </p:nvPr>
        </p:nvSpPr>
        <p:spPr>
          <a:xfrm>
            <a:off x="311700" y="445025"/>
            <a:ext cx="8520600" cy="572700"/>
          </a:xfrm>
          <a:prstGeom prst="rect">
            <a:avLst/>
          </a:prstGeom>
          <a:noFill/>
          <a:ln>
            <a:noFill/>
          </a:ln>
        </p:spPr>
        <p:txBody>
          <a:bodyPr anchorCtr="0" anchor="t" bIns="91425" lIns="91425" spcFirstLastPara="1" rIns="91425" wrap="square" tIns="91425">
            <a:normAutofit/>
          </a:bodyPr>
          <a:lstStyle>
            <a:lvl1pPr lvl="0">
              <a:spcBef>
                <a:spcPts val="0"/>
              </a:spcBef>
              <a:spcAft>
                <a:spcPts val="0"/>
              </a:spcAft>
              <a:buClr>
                <a:schemeClr val="dk1"/>
              </a:buClr>
              <a:buSzPts val="2800"/>
              <a:buNone/>
              <a:defRPr sz="2800">
                <a:solidFill>
                  <a:schemeClr val="dk1"/>
                </a:solidFill>
              </a:defRPr>
            </a:lvl1pPr>
            <a:lvl2pPr lvl="1">
              <a:spcBef>
                <a:spcPts val="0"/>
              </a:spcBef>
              <a:spcAft>
                <a:spcPts val="0"/>
              </a:spcAft>
              <a:buClr>
                <a:schemeClr val="dk1"/>
              </a:buClr>
              <a:buSzPts val="2800"/>
              <a:buNone/>
              <a:defRPr sz="2800">
                <a:solidFill>
                  <a:schemeClr val="dk1"/>
                </a:solidFill>
              </a:defRPr>
            </a:lvl2pPr>
            <a:lvl3pPr lvl="2">
              <a:spcBef>
                <a:spcPts val="0"/>
              </a:spcBef>
              <a:spcAft>
                <a:spcPts val="0"/>
              </a:spcAft>
              <a:buClr>
                <a:schemeClr val="dk1"/>
              </a:buClr>
              <a:buSzPts val="2800"/>
              <a:buNone/>
              <a:defRPr sz="2800">
                <a:solidFill>
                  <a:schemeClr val="dk1"/>
                </a:solidFill>
              </a:defRPr>
            </a:lvl3pPr>
            <a:lvl4pPr lvl="3">
              <a:spcBef>
                <a:spcPts val="0"/>
              </a:spcBef>
              <a:spcAft>
                <a:spcPts val="0"/>
              </a:spcAft>
              <a:buClr>
                <a:schemeClr val="dk1"/>
              </a:buClr>
              <a:buSzPts val="2800"/>
              <a:buNone/>
              <a:defRPr sz="2800">
                <a:solidFill>
                  <a:schemeClr val="dk1"/>
                </a:solidFill>
              </a:defRPr>
            </a:lvl4pPr>
            <a:lvl5pPr lvl="4">
              <a:spcBef>
                <a:spcPts val="0"/>
              </a:spcBef>
              <a:spcAft>
                <a:spcPts val="0"/>
              </a:spcAft>
              <a:buClr>
                <a:schemeClr val="dk1"/>
              </a:buClr>
              <a:buSzPts val="2800"/>
              <a:buNone/>
              <a:defRPr sz="2800">
                <a:solidFill>
                  <a:schemeClr val="dk1"/>
                </a:solidFill>
              </a:defRPr>
            </a:lvl5pPr>
            <a:lvl6pPr lvl="5">
              <a:spcBef>
                <a:spcPts val="0"/>
              </a:spcBef>
              <a:spcAft>
                <a:spcPts val="0"/>
              </a:spcAft>
              <a:buClr>
                <a:schemeClr val="dk1"/>
              </a:buClr>
              <a:buSzPts val="2800"/>
              <a:buNone/>
              <a:defRPr sz="2800">
                <a:solidFill>
                  <a:schemeClr val="dk1"/>
                </a:solidFill>
              </a:defRPr>
            </a:lvl6pPr>
            <a:lvl7pPr lvl="6">
              <a:spcBef>
                <a:spcPts val="0"/>
              </a:spcBef>
              <a:spcAft>
                <a:spcPts val="0"/>
              </a:spcAft>
              <a:buClr>
                <a:schemeClr val="dk1"/>
              </a:buClr>
              <a:buSzPts val="2800"/>
              <a:buNone/>
              <a:defRPr sz="2800">
                <a:solidFill>
                  <a:schemeClr val="dk1"/>
                </a:solidFill>
              </a:defRPr>
            </a:lvl7pPr>
            <a:lvl8pPr lvl="7">
              <a:spcBef>
                <a:spcPts val="0"/>
              </a:spcBef>
              <a:spcAft>
                <a:spcPts val="0"/>
              </a:spcAft>
              <a:buClr>
                <a:schemeClr val="dk1"/>
              </a:buClr>
              <a:buSzPts val="2800"/>
              <a:buNone/>
              <a:defRPr sz="2800">
                <a:solidFill>
                  <a:schemeClr val="dk1"/>
                </a:solidFill>
              </a:defRPr>
            </a:lvl8pPr>
            <a:lvl9pPr lvl="8">
              <a:spcBef>
                <a:spcPts val="0"/>
              </a:spcBef>
              <a:spcAft>
                <a:spcPts val="0"/>
              </a:spcAft>
              <a:buClr>
                <a:schemeClr val="dk1"/>
              </a:buClr>
              <a:buSzPts val="2800"/>
              <a:buNone/>
              <a:defRPr sz="2800">
                <a:solidFill>
                  <a:schemeClr val="dk1"/>
                </a:solidFill>
              </a:defRPr>
            </a:lvl9pPr>
          </a:lstStyle>
          <a:p/>
        </p:txBody>
      </p:sp>
      <p:sp>
        <p:nvSpPr>
          <p:cNvPr id="7" name="Google Shape;7;p1"/>
          <p:cNvSpPr txBox="1"/>
          <p:nvPr>
            <p:ph idx="1" type="body"/>
          </p:nvPr>
        </p:nvSpPr>
        <p:spPr>
          <a:xfrm>
            <a:off x="311700" y="1152475"/>
            <a:ext cx="8520600" cy="3416400"/>
          </a:xfrm>
          <a:prstGeom prst="rect">
            <a:avLst/>
          </a:prstGeom>
          <a:noFill/>
          <a:ln>
            <a:noFill/>
          </a:ln>
        </p:spPr>
        <p:txBody>
          <a:bodyPr anchorCtr="0" anchor="t" bIns="91425" lIns="91425" spcFirstLastPara="1" rIns="91425" wrap="square" tIns="91425">
            <a:normAutofit/>
          </a:bodyPr>
          <a:lstStyle>
            <a:lvl1pPr indent="-342900" lvl="0" marL="457200">
              <a:lnSpc>
                <a:spcPct val="115000"/>
              </a:lnSpc>
              <a:spcBef>
                <a:spcPts val="0"/>
              </a:spcBef>
              <a:spcAft>
                <a:spcPts val="0"/>
              </a:spcAft>
              <a:buClr>
                <a:schemeClr val="dk2"/>
              </a:buClr>
              <a:buSzPts val="1800"/>
              <a:buChar char="●"/>
              <a:defRPr sz="1800">
                <a:solidFill>
                  <a:schemeClr val="dk2"/>
                </a:solidFill>
              </a:defRPr>
            </a:lvl1pPr>
            <a:lvl2pPr indent="-317500" lvl="1" marL="914400">
              <a:lnSpc>
                <a:spcPct val="115000"/>
              </a:lnSpc>
              <a:spcBef>
                <a:spcPts val="0"/>
              </a:spcBef>
              <a:spcAft>
                <a:spcPts val="0"/>
              </a:spcAft>
              <a:buClr>
                <a:schemeClr val="dk2"/>
              </a:buClr>
              <a:buSzPts val="1400"/>
              <a:buChar char="○"/>
              <a:defRPr>
                <a:solidFill>
                  <a:schemeClr val="dk2"/>
                </a:solidFill>
              </a:defRPr>
            </a:lvl2pPr>
            <a:lvl3pPr indent="-317500" lvl="2" marL="1371600">
              <a:lnSpc>
                <a:spcPct val="115000"/>
              </a:lnSpc>
              <a:spcBef>
                <a:spcPts val="0"/>
              </a:spcBef>
              <a:spcAft>
                <a:spcPts val="0"/>
              </a:spcAft>
              <a:buClr>
                <a:schemeClr val="dk2"/>
              </a:buClr>
              <a:buSzPts val="1400"/>
              <a:buChar char="■"/>
              <a:defRPr>
                <a:solidFill>
                  <a:schemeClr val="dk2"/>
                </a:solidFill>
              </a:defRPr>
            </a:lvl3pPr>
            <a:lvl4pPr indent="-317500" lvl="3" marL="1828800">
              <a:lnSpc>
                <a:spcPct val="115000"/>
              </a:lnSpc>
              <a:spcBef>
                <a:spcPts val="0"/>
              </a:spcBef>
              <a:spcAft>
                <a:spcPts val="0"/>
              </a:spcAft>
              <a:buClr>
                <a:schemeClr val="dk2"/>
              </a:buClr>
              <a:buSzPts val="1400"/>
              <a:buChar char="●"/>
              <a:defRPr>
                <a:solidFill>
                  <a:schemeClr val="dk2"/>
                </a:solidFill>
              </a:defRPr>
            </a:lvl4pPr>
            <a:lvl5pPr indent="-317500" lvl="4" marL="2286000">
              <a:lnSpc>
                <a:spcPct val="115000"/>
              </a:lnSpc>
              <a:spcBef>
                <a:spcPts val="0"/>
              </a:spcBef>
              <a:spcAft>
                <a:spcPts val="0"/>
              </a:spcAft>
              <a:buClr>
                <a:schemeClr val="dk2"/>
              </a:buClr>
              <a:buSzPts val="1400"/>
              <a:buChar char="○"/>
              <a:defRPr>
                <a:solidFill>
                  <a:schemeClr val="dk2"/>
                </a:solidFill>
              </a:defRPr>
            </a:lvl5pPr>
            <a:lvl6pPr indent="-317500" lvl="5" marL="2743200">
              <a:lnSpc>
                <a:spcPct val="115000"/>
              </a:lnSpc>
              <a:spcBef>
                <a:spcPts val="0"/>
              </a:spcBef>
              <a:spcAft>
                <a:spcPts val="0"/>
              </a:spcAft>
              <a:buClr>
                <a:schemeClr val="dk2"/>
              </a:buClr>
              <a:buSzPts val="1400"/>
              <a:buChar char="■"/>
              <a:defRPr>
                <a:solidFill>
                  <a:schemeClr val="dk2"/>
                </a:solidFill>
              </a:defRPr>
            </a:lvl6pPr>
            <a:lvl7pPr indent="-317500" lvl="6" marL="3200400">
              <a:lnSpc>
                <a:spcPct val="115000"/>
              </a:lnSpc>
              <a:spcBef>
                <a:spcPts val="0"/>
              </a:spcBef>
              <a:spcAft>
                <a:spcPts val="0"/>
              </a:spcAft>
              <a:buClr>
                <a:schemeClr val="dk2"/>
              </a:buClr>
              <a:buSzPts val="1400"/>
              <a:buChar char="●"/>
              <a:defRPr>
                <a:solidFill>
                  <a:schemeClr val="dk2"/>
                </a:solidFill>
              </a:defRPr>
            </a:lvl7pPr>
            <a:lvl8pPr indent="-317500" lvl="7" marL="3657600">
              <a:lnSpc>
                <a:spcPct val="115000"/>
              </a:lnSpc>
              <a:spcBef>
                <a:spcPts val="0"/>
              </a:spcBef>
              <a:spcAft>
                <a:spcPts val="0"/>
              </a:spcAft>
              <a:buClr>
                <a:schemeClr val="dk2"/>
              </a:buClr>
              <a:buSzPts val="1400"/>
              <a:buChar char="○"/>
              <a:defRPr>
                <a:solidFill>
                  <a:schemeClr val="dk2"/>
                </a:solidFill>
              </a:defRPr>
            </a:lvl8pPr>
            <a:lvl9pPr indent="-317500" lvl="8" marL="4114800">
              <a:lnSpc>
                <a:spcPct val="115000"/>
              </a:lnSpc>
              <a:spcBef>
                <a:spcPts val="0"/>
              </a:spcBef>
              <a:spcAft>
                <a:spcPts val="0"/>
              </a:spcAft>
              <a:buClr>
                <a:schemeClr val="dk2"/>
              </a:buClr>
              <a:buSzPts val="1400"/>
              <a:buChar char="■"/>
              <a:defRPr>
                <a:solidFill>
                  <a:schemeClr val="dk2"/>
                </a:solidFill>
              </a:defRPr>
            </a:lvl9pPr>
          </a:lstStyle>
          <a:p/>
        </p:txBody>
      </p:sp>
      <p:sp>
        <p:nvSpPr>
          <p:cNvPr id="8" name="Google Shape;8;p1"/>
          <p:cNvSpPr txBox="1"/>
          <p:nvPr>
            <p:ph idx="12" type="sldNum"/>
          </p:nvPr>
        </p:nvSpPr>
        <p:spPr>
          <a:xfrm>
            <a:off x="8472458" y="4663217"/>
            <a:ext cx="548700" cy="393600"/>
          </a:xfrm>
          <a:prstGeom prst="rect">
            <a:avLst/>
          </a:prstGeom>
          <a:noFill/>
          <a:ln>
            <a:noFill/>
          </a:ln>
        </p:spPr>
        <p:txBody>
          <a:bodyPr anchorCtr="0" anchor="ctr" bIns="91425" lIns="91425" spcFirstLastPara="1" rIns="91425" wrap="square" tIns="91425">
            <a:normAutofit/>
          </a:bodyPr>
          <a:lstStyle>
            <a:lvl1pPr lvl="0" algn="r">
              <a:buNone/>
              <a:defRPr sz="1000">
                <a:solidFill>
                  <a:schemeClr val="dk2"/>
                </a:solidFill>
              </a:defRPr>
            </a:lvl1pPr>
            <a:lvl2pPr lvl="1" algn="r">
              <a:buNone/>
              <a:defRPr sz="1000">
                <a:solidFill>
                  <a:schemeClr val="dk2"/>
                </a:solidFill>
              </a:defRPr>
            </a:lvl2pPr>
            <a:lvl3pPr lvl="2" algn="r">
              <a:buNone/>
              <a:defRPr sz="1000">
                <a:solidFill>
                  <a:schemeClr val="dk2"/>
                </a:solidFill>
              </a:defRPr>
            </a:lvl3pPr>
            <a:lvl4pPr lvl="3" algn="r">
              <a:buNone/>
              <a:defRPr sz="1000">
                <a:solidFill>
                  <a:schemeClr val="dk2"/>
                </a:solidFill>
              </a:defRPr>
            </a:lvl4pPr>
            <a:lvl5pPr lvl="4" algn="r">
              <a:buNone/>
              <a:defRPr sz="1000">
                <a:solidFill>
                  <a:schemeClr val="dk2"/>
                </a:solidFill>
              </a:defRPr>
            </a:lvl5pPr>
            <a:lvl6pPr lvl="5" algn="r">
              <a:buNone/>
              <a:defRPr sz="1000">
                <a:solidFill>
                  <a:schemeClr val="dk2"/>
                </a:solidFill>
              </a:defRPr>
            </a:lvl6pPr>
            <a:lvl7pPr lvl="6" algn="r">
              <a:buNone/>
              <a:defRPr sz="1000">
                <a:solidFill>
                  <a:schemeClr val="dk2"/>
                </a:solidFill>
              </a:defRPr>
            </a:lvl7pPr>
            <a:lvl8pPr lvl="7" algn="r">
              <a:buNone/>
              <a:defRPr sz="1000">
                <a:solidFill>
                  <a:schemeClr val="dk2"/>
                </a:solidFill>
              </a:defRPr>
            </a:lvl8pPr>
            <a:lvl9pPr lvl="8" algn="r">
              <a:buNone/>
              <a:defRPr sz="1000">
                <a:solidFill>
                  <a:schemeClr val="dk2"/>
                </a:solidFill>
              </a:defRPr>
            </a:lvl9pPr>
          </a:lstStyle>
          <a:p>
            <a:pPr indent="0" lvl="0" marL="0" rtl="0" algn="r">
              <a:spcBef>
                <a:spcPts val="0"/>
              </a:spcBef>
              <a:spcAft>
                <a:spcPts val="0"/>
              </a:spcAft>
              <a:buNone/>
            </a:pPr>
            <a:fld id="{00000000-1234-1234-1234-123412341234}" type="slidenum">
              <a:rPr lang="en"/>
              <a:t>‹#›</a:t>
            </a:fld>
            <a:endParaRPr/>
          </a:p>
        </p:txBody>
      </p:sp>
    </p:spTree>
  </p:cSld>
  <p:clrMap accent1="accent1" accent2="accent2" accent3="accent3" accent4="accent4" accent5="accent5" accent6="accent6" bg1="lt1" bg2="dk2" tx1="dk1" tx2="lt2" folHlink="folHlink" hlink="hlink"/>
  <p:sldLayoutIdLst>
    <p:sldLayoutId id="2147483648" r:id="rId1"/>
    <p:sldLayoutId id="2147483649" r:id="rId2"/>
    <p:sldLayoutId id="2147483650" r:id="rId3"/>
    <p:sldLayoutId id="2147483651" r:id="rId4"/>
    <p:sldLayoutId id="2147483652" r:id="rId5"/>
    <p:sldLayoutId id="2147483653" r:id="rId6"/>
    <p:sldLayoutId id="2147483654" r:id="rId7"/>
    <p:sldLayoutId id="2147483655" r:id="rId8"/>
    <p:sldLayoutId id="2147483656" r:id="rId9"/>
    <p:sldLayoutId id="2147483657" r:id="rId10"/>
    <p:sldLayoutId id="2147483658" r:id="rId11"/>
    <p:sldLayoutId id="2147483659" r:id="rId12"/>
    <p:sldLayoutId id="2147483660" r:id="rId13"/>
  </p:sldLayoutIdLst>
  <p:hf dt="0" ftr="0" hdr="0" sldNum="0"/>
  <p:txStyles>
    <p:title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9pPr>
    </p:titleStyle>
    <p:body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9pPr>
    </p:bodyStyle>
    <p:other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9pPr>
    </p:otherStyle>
  </p:txStyles>
</p:sldMaster>
</file>

<file path=ppt/slideMasters/slideMaster2.xml><?xml version="1.0" encoding="utf-8"?>
<p:sldMaster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name="simple-light-2">
    <p:bg>
      <p:bgPr>
        <a:solidFill>
          <a:schemeClr val="lt1"/>
        </a:solidFill>
      </p:bgPr>
    </p:bg>
    <p:spTree>
      <p:nvGrpSpPr>
        <p:cNvPr id="54" name="Shape 54"/>
        <p:cNvGrpSpPr/>
        <p:nvPr/>
      </p:nvGrpSpPr>
      <p:grpSpPr>
        <a:xfrm>
          <a:off x="0" y="0"/>
          <a:ext cx="0" cy="0"/>
          <a:chOff x="0" y="0"/>
          <a:chExt cx="0" cy="0"/>
        </a:xfrm>
      </p:grpSpPr>
      <p:sp>
        <p:nvSpPr>
          <p:cNvPr id="55" name="Google Shape;55;p15"/>
          <p:cNvSpPr txBox="1"/>
          <p:nvPr>
            <p:ph idx="12" type="sldNum"/>
          </p:nvPr>
        </p:nvSpPr>
        <p:spPr>
          <a:xfrm>
            <a:off x="8472458" y="4663217"/>
            <a:ext cx="548700" cy="393600"/>
          </a:xfrm>
          <a:prstGeom prst="rect">
            <a:avLst/>
          </a:prstGeom>
          <a:noFill/>
          <a:ln>
            <a:noFill/>
          </a:ln>
        </p:spPr>
        <p:txBody>
          <a:bodyPr anchorCtr="0" anchor="ctr" bIns="91425" lIns="91425" spcFirstLastPara="1" rIns="91425" wrap="square" tIns="91425">
            <a:normAutofit/>
          </a:bodyPr>
          <a:lstStyle>
            <a:lvl1pPr lvl="0" algn="r">
              <a:buNone/>
              <a:defRPr sz="1000">
                <a:solidFill>
                  <a:schemeClr val="dk2"/>
                </a:solidFill>
              </a:defRPr>
            </a:lvl1pPr>
            <a:lvl2pPr lvl="1" algn="r">
              <a:buNone/>
              <a:defRPr sz="1000">
                <a:solidFill>
                  <a:schemeClr val="dk2"/>
                </a:solidFill>
              </a:defRPr>
            </a:lvl2pPr>
            <a:lvl3pPr lvl="2" algn="r">
              <a:buNone/>
              <a:defRPr sz="1000">
                <a:solidFill>
                  <a:schemeClr val="dk2"/>
                </a:solidFill>
              </a:defRPr>
            </a:lvl3pPr>
            <a:lvl4pPr lvl="3" algn="r">
              <a:buNone/>
              <a:defRPr sz="1000">
                <a:solidFill>
                  <a:schemeClr val="dk2"/>
                </a:solidFill>
              </a:defRPr>
            </a:lvl4pPr>
            <a:lvl5pPr lvl="4" algn="r">
              <a:buNone/>
              <a:defRPr sz="1000">
                <a:solidFill>
                  <a:schemeClr val="dk2"/>
                </a:solidFill>
              </a:defRPr>
            </a:lvl5pPr>
            <a:lvl6pPr lvl="5" algn="r">
              <a:buNone/>
              <a:defRPr sz="1000">
                <a:solidFill>
                  <a:schemeClr val="dk2"/>
                </a:solidFill>
              </a:defRPr>
            </a:lvl6pPr>
            <a:lvl7pPr lvl="6" algn="r">
              <a:buNone/>
              <a:defRPr sz="1000">
                <a:solidFill>
                  <a:schemeClr val="dk2"/>
                </a:solidFill>
              </a:defRPr>
            </a:lvl7pPr>
            <a:lvl8pPr lvl="7" algn="r">
              <a:buNone/>
              <a:defRPr sz="1000">
                <a:solidFill>
                  <a:schemeClr val="dk2"/>
                </a:solidFill>
              </a:defRPr>
            </a:lvl8pPr>
            <a:lvl9pPr lvl="8" algn="r">
              <a:buNone/>
              <a:defRPr sz="1000">
                <a:solidFill>
                  <a:schemeClr val="dk2"/>
                </a:solidFill>
              </a:defRPr>
            </a:lvl9pPr>
          </a:lstStyle>
          <a:p>
            <a:pPr indent="0" lvl="0" marL="0" rtl="0" algn="r">
              <a:spcBef>
                <a:spcPts val="0"/>
              </a:spcBef>
              <a:spcAft>
                <a:spcPts val="0"/>
              </a:spcAft>
              <a:buNone/>
            </a:pPr>
            <a:fld id="{00000000-1234-1234-1234-123412341234}" type="slidenum">
              <a:rPr lang="en"/>
              <a:t>‹#›</a:t>
            </a:fld>
            <a:endParaRPr/>
          </a:p>
        </p:txBody>
      </p:sp>
    </p:spTree>
  </p:cSld>
  <p:clrMap accent1="accent1" accent2="accent2" accent3="accent3" accent4="accent4" accent5="accent5" accent6="accent6" bg1="lt1" bg2="dk2" tx1="dk1" tx2="lt2" folHlink="folHlink" hlink="hlink"/>
  <p:sldLayoutIdLst>
    <p:sldLayoutId id="2147483661" r:id="rId1"/>
    <p:sldLayoutId id="2147483662" r:id="rId2"/>
    <p:sldLayoutId id="2147483663" r:id="rId3"/>
    <p:sldLayoutId id="2147483664" r:id="rId4"/>
    <p:sldLayoutId id="2147483665" r:id="rId5"/>
    <p:sldLayoutId id="2147483666" r:id="rId6"/>
    <p:sldLayoutId id="2147483667" r:id="rId7"/>
    <p:sldLayoutId id="2147483668" r:id="rId8"/>
    <p:sldLayoutId id="2147483669" r:id="rId9"/>
    <p:sldLayoutId id="2147483670" r:id="rId10"/>
    <p:sldLayoutId id="2147483671" r:id="rId11"/>
    <p:sldLayoutId id="2147483672" r:id="rId12"/>
  </p:sldLayoutIdLst>
  <p:hf dt="0" ftr="0" hdr="0" sldNum="0"/>
  <p:txStyles>
    <p:title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9pPr>
    </p:titleStyle>
    <p:body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9pPr>
    </p:bodyStyle>
    <p:other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13.xml"/><Relationship Id="rId2" Type="http://schemas.openxmlformats.org/officeDocument/2006/relationships/notesSlide" Target="../notesSlides/notesSlide1.xml"/><Relationship Id="rId3" Type="http://schemas.openxmlformats.org/officeDocument/2006/relationships/image" Target="../media/image3.png"/></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24.xml"/><Relationship Id="rId2" Type="http://schemas.openxmlformats.org/officeDocument/2006/relationships/notesSlide" Target="../notesSlides/notesSlide2.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24.xml"/><Relationship Id="rId2" Type="http://schemas.openxmlformats.org/officeDocument/2006/relationships/notesSlide" Target="../notesSlides/notesSlide3.xml"/><Relationship Id="rId3" Type="http://schemas.openxmlformats.org/officeDocument/2006/relationships/image" Target="../media/image1.jpg"/></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24.xml"/><Relationship Id="rId2" Type="http://schemas.openxmlformats.org/officeDocument/2006/relationships/notesSlide" Target="../notesSlides/notesSlide4.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24.xml"/><Relationship Id="rId2" Type="http://schemas.openxmlformats.org/officeDocument/2006/relationships/notesSlide" Target="../notesSlides/notesSlide5.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24.xml"/><Relationship Id="rId2" Type="http://schemas.openxmlformats.org/officeDocument/2006/relationships/notesSlide" Target="../notesSlides/notesSlide6.xml"/><Relationship Id="rId3" Type="http://schemas.openxmlformats.org/officeDocument/2006/relationships/image" Target="../media/image2.jpg"/></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24.xml"/><Relationship Id="rId2" Type="http://schemas.openxmlformats.org/officeDocument/2006/relationships/notesSlide" Target="../notesSlides/notesSlide7.xml"/><Relationship Id="rId3" Type="http://schemas.openxmlformats.org/officeDocument/2006/relationships/image" Target="../media/image3.png"/></Relationships>
</file>

<file path=ppt/slides/slide1.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solidFill>
          <a:srgbClr val="FF8F60"/>
        </a:solidFill>
      </p:bgPr>
    </p:bg>
    <p:spTree>
      <p:nvGrpSpPr>
        <p:cNvPr id="81" name="Shape 81"/>
        <p:cNvGrpSpPr/>
        <p:nvPr/>
      </p:nvGrpSpPr>
      <p:grpSpPr>
        <a:xfrm>
          <a:off x="0" y="0"/>
          <a:ext cx="0" cy="0"/>
          <a:chOff x="0" y="0"/>
          <a:chExt cx="0" cy="0"/>
        </a:xfrm>
      </p:grpSpPr>
      <p:sp>
        <p:nvSpPr>
          <p:cNvPr id="82" name="Google Shape;82;p28"/>
          <p:cNvSpPr txBox="1"/>
          <p:nvPr>
            <p:ph idx="4294967295" type="ctrTitle"/>
          </p:nvPr>
        </p:nvSpPr>
        <p:spPr>
          <a:xfrm>
            <a:off x="64008" y="638300"/>
            <a:ext cx="8520600" cy="2135400"/>
          </a:xfrm>
          <a:prstGeom prst="rect">
            <a:avLst/>
          </a:prstGeom>
        </p:spPr>
        <p:txBody>
          <a:bodyPr anchorCtr="0" anchor="t" bIns="91425" lIns="91425" spcFirstLastPara="1" rIns="91425" wrap="square" tIns="0">
            <a:spAutoFit/>
          </a:bodyPr>
          <a:lstStyle/>
          <a:p>
            <a:pPr indent="0" lvl="0" marL="0" rtl="0" algn="l">
              <a:lnSpc>
                <a:spcPct val="90000"/>
              </a:lnSpc>
              <a:spcBef>
                <a:spcPts val="0"/>
              </a:spcBef>
              <a:spcAft>
                <a:spcPts val="0"/>
              </a:spcAft>
              <a:buNone/>
            </a:pPr>
            <a:r>
              <a:rPr lang="en" sz="5800">
                <a:solidFill>
                  <a:srgbClr val="1A1A1A"/>
                </a:solidFill>
                <a:latin typeface="Inter ExtraBold"/>
                <a:ea typeface="Inter ExtraBold"/>
                <a:cs typeface="Inter ExtraBold"/>
                <a:sym typeface="Inter ExtraBold"/>
              </a:rPr>
              <a:t>AI-Powered Customer Support Workflow</a:t>
            </a:r>
            <a:endParaRPr sz="5800">
              <a:solidFill>
                <a:srgbClr val="1A1A1A"/>
              </a:solidFill>
              <a:latin typeface="Inter ExtraBold"/>
              <a:ea typeface="Inter ExtraBold"/>
              <a:cs typeface="Inter ExtraBold"/>
              <a:sym typeface="Inter ExtraBold"/>
            </a:endParaRPr>
          </a:p>
          <a:p>
            <a:pPr indent="0" lvl="0" marL="0" rtl="0" algn="l">
              <a:spcBef>
                <a:spcPts val="1000"/>
              </a:spcBef>
              <a:spcAft>
                <a:spcPts val="0"/>
              </a:spcAft>
              <a:buClr>
                <a:schemeClr val="dk1"/>
              </a:buClr>
              <a:buSzPts val="1100"/>
              <a:buFont typeface="Arial"/>
              <a:buNone/>
            </a:pPr>
            <a:r>
              <a:rPr lang="en" sz="2000">
                <a:solidFill>
                  <a:srgbClr val="1A1A1A"/>
                </a:solidFill>
                <a:latin typeface="Inter"/>
                <a:ea typeface="Inter"/>
                <a:cs typeface="Inter"/>
                <a:sym typeface="Inter"/>
              </a:rPr>
              <a:t>Jeffrey Daniel Rutley</a:t>
            </a:r>
            <a:endParaRPr sz="2000">
              <a:solidFill>
                <a:srgbClr val="1A1A1A"/>
              </a:solidFill>
              <a:latin typeface="Inter"/>
              <a:ea typeface="Inter"/>
              <a:cs typeface="Inter"/>
              <a:sym typeface="Inter"/>
            </a:endParaRPr>
          </a:p>
        </p:txBody>
      </p:sp>
      <p:pic>
        <p:nvPicPr>
          <p:cNvPr id="83" name="Google Shape;83;p28"/>
          <p:cNvPicPr preferRelativeResize="0"/>
          <p:nvPr/>
        </p:nvPicPr>
        <p:blipFill>
          <a:blip r:embed="rId3">
            <a:alphaModFix/>
          </a:blip>
          <a:stretch>
            <a:fillRect/>
          </a:stretch>
        </p:blipFill>
        <p:spPr>
          <a:xfrm>
            <a:off x="228600" y="228600"/>
            <a:ext cx="866775" cy="194225"/>
          </a:xfrm>
          <a:prstGeom prst="rect">
            <a:avLst/>
          </a:prstGeom>
          <a:noFill/>
          <a:ln>
            <a:noFill/>
          </a:ln>
        </p:spPr>
      </p:pic>
      <p:sp>
        <p:nvSpPr>
          <p:cNvPr id="84" name="Google Shape;84;p28"/>
          <p:cNvSpPr txBox="1"/>
          <p:nvPr>
            <p:ph idx="4294967295" type="subTitle"/>
          </p:nvPr>
        </p:nvSpPr>
        <p:spPr>
          <a:xfrm>
            <a:off x="152400" y="4600950"/>
            <a:ext cx="8686800" cy="369300"/>
          </a:xfrm>
          <a:prstGeom prst="rect">
            <a:avLst/>
          </a:prstGeom>
        </p:spPr>
        <p:txBody>
          <a:bodyPr anchorCtr="0" anchor="t" bIns="91425" lIns="91425" spcFirstLastPara="1" rIns="91425" wrap="square" tIns="91425">
            <a:spAutoFit/>
          </a:bodyPr>
          <a:lstStyle/>
          <a:p>
            <a:pPr indent="0" lvl="0" marL="0" rtl="0" algn="l">
              <a:spcBef>
                <a:spcPts val="0"/>
              </a:spcBef>
              <a:spcAft>
                <a:spcPts val="1200"/>
              </a:spcAft>
              <a:buNone/>
            </a:pPr>
            <a:r>
              <a:rPr lang="en" sz="1200">
                <a:solidFill>
                  <a:srgbClr val="2A2A2A"/>
                </a:solidFill>
                <a:latin typeface="Inter Medium"/>
                <a:ea typeface="Inter Medium"/>
                <a:cs typeface="Inter Medium"/>
                <a:sym typeface="Inter Medium"/>
              </a:rPr>
              <a:t>AI Automation | Project 1 </a:t>
            </a:r>
            <a:endParaRPr sz="1200">
              <a:solidFill>
                <a:srgbClr val="2A2A2A"/>
              </a:solidFill>
              <a:latin typeface="Inter Medium"/>
              <a:ea typeface="Inter Medium"/>
              <a:cs typeface="Inter Medium"/>
              <a:sym typeface="Inter Medium"/>
            </a:endParaRPr>
          </a:p>
        </p:txBody>
      </p:sp>
    </p:spTree>
  </p:cSld>
  <p:clrMapOvr>
    <a:masterClrMapping/>
  </p:clrMapOvr>
</p:sld>
</file>

<file path=ppt/slides/slide2.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solidFill>
          <a:srgbClr val="F2F1EE"/>
        </a:solidFill>
      </p:bgPr>
    </p:bg>
    <p:spTree>
      <p:nvGrpSpPr>
        <p:cNvPr id="88" name="Shape 88"/>
        <p:cNvGrpSpPr/>
        <p:nvPr/>
      </p:nvGrpSpPr>
      <p:grpSpPr>
        <a:xfrm>
          <a:off x="0" y="0"/>
          <a:ext cx="0" cy="0"/>
          <a:chOff x="0" y="0"/>
          <a:chExt cx="0" cy="0"/>
        </a:xfrm>
      </p:grpSpPr>
      <p:sp>
        <p:nvSpPr>
          <p:cNvPr id="89" name="Google Shape;89;p29"/>
          <p:cNvSpPr txBox="1"/>
          <p:nvPr>
            <p:ph type="ctrTitle"/>
          </p:nvPr>
        </p:nvSpPr>
        <p:spPr>
          <a:xfrm>
            <a:off x="96875" y="424975"/>
            <a:ext cx="8520600" cy="800400"/>
          </a:xfrm>
          <a:prstGeom prst="rect">
            <a:avLst/>
          </a:prstGeom>
          <a:noFill/>
          <a:ln>
            <a:noFill/>
          </a:ln>
        </p:spPr>
        <p:txBody>
          <a:bodyPr anchorCtr="0" anchor="t" bIns="91425" lIns="91425" spcFirstLastPara="1" rIns="91425" wrap="square" tIns="91425">
            <a:spAutoFit/>
          </a:bodyPr>
          <a:lstStyle/>
          <a:p>
            <a:pPr indent="0" lvl="0" marL="0" rtl="0" algn="l">
              <a:spcBef>
                <a:spcPts val="0"/>
              </a:spcBef>
              <a:spcAft>
                <a:spcPts val="0"/>
              </a:spcAft>
              <a:buNone/>
            </a:pPr>
            <a:r>
              <a:rPr lang="en" sz="4000">
                <a:solidFill>
                  <a:srgbClr val="1A1A1A"/>
                </a:solidFill>
                <a:latin typeface="Inter ExtraBold"/>
                <a:ea typeface="Inter ExtraBold"/>
                <a:cs typeface="Inter ExtraBold"/>
                <a:sym typeface="Inter ExtraBold"/>
              </a:rPr>
              <a:t>Introduction</a:t>
            </a:r>
            <a:endParaRPr sz="4000">
              <a:solidFill>
                <a:srgbClr val="1A1A1A"/>
              </a:solidFill>
              <a:latin typeface="Inter ExtraBold"/>
              <a:ea typeface="Inter ExtraBold"/>
              <a:cs typeface="Inter ExtraBold"/>
              <a:sym typeface="Inter ExtraBold"/>
            </a:endParaRPr>
          </a:p>
        </p:txBody>
      </p:sp>
      <p:sp>
        <p:nvSpPr>
          <p:cNvPr id="90" name="Google Shape;90;p29"/>
          <p:cNvSpPr txBox="1"/>
          <p:nvPr>
            <p:ph idx="1" type="subTitle"/>
          </p:nvPr>
        </p:nvSpPr>
        <p:spPr>
          <a:xfrm>
            <a:off x="139800" y="2298300"/>
            <a:ext cx="8520600" cy="2616600"/>
          </a:xfrm>
          <a:prstGeom prst="rect">
            <a:avLst/>
          </a:prstGeom>
          <a:noFill/>
          <a:ln>
            <a:noFill/>
          </a:ln>
        </p:spPr>
        <p:txBody>
          <a:bodyPr anchorCtr="0" anchor="b" bIns="91425" lIns="91425" spcFirstLastPara="1" rIns="91425" wrap="square" tIns="91425">
            <a:noAutofit/>
          </a:bodyPr>
          <a:lstStyle/>
          <a:p>
            <a:pPr indent="0" lvl="0" marL="381000" marR="381000" rtl="0" algn="l">
              <a:lnSpc>
                <a:spcPct val="115000"/>
              </a:lnSpc>
              <a:spcBef>
                <a:spcPts val="1200"/>
              </a:spcBef>
              <a:spcAft>
                <a:spcPts val="0"/>
              </a:spcAft>
              <a:buClr>
                <a:schemeClr val="dk1"/>
              </a:buClr>
              <a:buSzPts val="1100"/>
              <a:buFont typeface="Arial"/>
              <a:buNone/>
            </a:pPr>
            <a:r>
              <a:rPr lang="en" sz="1300">
                <a:solidFill>
                  <a:schemeClr val="dk1"/>
                </a:solidFill>
              </a:rPr>
              <a:t>This project transforms a largely manual customer support workflow—characterized by slow intake, manual routing, and inconsistent prioritization—into an AI-assisted model that automates inquiry capture, ticket classification, and response support. By combining AI tools with human oversight for complex and sensitive cases, the improved workflow increases efficiency, speeds response times, and enhances overall customer satisfaction.</a:t>
            </a:r>
            <a:endParaRPr sz="1300">
              <a:solidFill>
                <a:schemeClr val="dk1"/>
              </a:solidFill>
            </a:endParaRPr>
          </a:p>
          <a:p>
            <a:pPr indent="0" lvl="0" marL="0" rtl="0" algn="l">
              <a:lnSpc>
                <a:spcPct val="115000"/>
              </a:lnSpc>
              <a:spcBef>
                <a:spcPts val="1200"/>
              </a:spcBef>
              <a:spcAft>
                <a:spcPts val="1200"/>
              </a:spcAft>
              <a:buNone/>
            </a:pPr>
            <a:r>
              <a:t/>
            </a:r>
            <a:endParaRPr sz="2000">
              <a:solidFill>
                <a:srgbClr val="1A1A1A"/>
              </a:solidFill>
              <a:latin typeface="Inter"/>
              <a:ea typeface="Inter"/>
              <a:cs typeface="Inter"/>
              <a:sym typeface="Inter"/>
            </a:endParaRPr>
          </a:p>
        </p:txBody>
      </p:sp>
      <p:sp>
        <p:nvSpPr>
          <p:cNvPr id="91" name="Google Shape;91;p29"/>
          <p:cNvSpPr txBox="1"/>
          <p:nvPr/>
        </p:nvSpPr>
        <p:spPr>
          <a:xfrm>
            <a:off x="247175" y="1331300"/>
            <a:ext cx="4372200" cy="461700"/>
          </a:xfrm>
          <a:prstGeom prst="rect">
            <a:avLst/>
          </a:prstGeom>
          <a:noFill/>
          <a:ln>
            <a:noFill/>
          </a:ln>
        </p:spPr>
        <p:txBody>
          <a:bodyPr anchorCtr="0" anchor="t" bIns="91425" lIns="91425" spcFirstLastPara="1" rIns="91425" wrap="square" tIns="91425">
            <a:spAutoFit/>
          </a:bodyPr>
          <a:lstStyle/>
          <a:p>
            <a:pPr indent="0" lvl="0" marL="0" rtl="0" algn="l">
              <a:spcBef>
                <a:spcPts val="0"/>
              </a:spcBef>
              <a:spcAft>
                <a:spcPts val="0"/>
              </a:spcAft>
              <a:buNone/>
            </a:pPr>
            <a:r>
              <a:rPr lang="en" sz="1800">
                <a:solidFill>
                  <a:schemeClr val="dk1"/>
                </a:solidFill>
                <a:highlight>
                  <a:srgbClr val="FF9900"/>
                </a:highlight>
              </a:rPr>
              <a:t>Jeffrey Daniel Rutley</a:t>
            </a:r>
            <a:endParaRPr sz="1800">
              <a:solidFill>
                <a:schemeClr val="dk1"/>
              </a:solidFill>
              <a:highlight>
                <a:srgbClr val="FF9900"/>
              </a:highlight>
            </a:endParaRPr>
          </a:p>
        </p:txBody>
      </p:sp>
    </p:spTree>
  </p:cSld>
  <p:clrMapOvr>
    <a:masterClrMapping/>
  </p:clrMapOvr>
</p:sld>
</file>

<file path=ppt/slides/slide3.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solidFill>
          <a:srgbClr val="F2F1EE"/>
        </a:solidFill>
      </p:bgPr>
    </p:bg>
    <p:spTree>
      <p:nvGrpSpPr>
        <p:cNvPr id="95" name="Shape 95"/>
        <p:cNvGrpSpPr/>
        <p:nvPr/>
      </p:nvGrpSpPr>
      <p:grpSpPr>
        <a:xfrm>
          <a:off x="0" y="0"/>
          <a:ext cx="0" cy="0"/>
          <a:chOff x="0" y="0"/>
          <a:chExt cx="0" cy="0"/>
        </a:xfrm>
      </p:grpSpPr>
      <p:sp>
        <p:nvSpPr>
          <p:cNvPr id="96" name="Google Shape;96;p30"/>
          <p:cNvSpPr txBox="1"/>
          <p:nvPr>
            <p:ph type="ctrTitle"/>
          </p:nvPr>
        </p:nvSpPr>
        <p:spPr>
          <a:xfrm>
            <a:off x="96875" y="424975"/>
            <a:ext cx="8520600" cy="800400"/>
          </a:xfrm>
          <a:prstGeom prst="rect">
            <a:avLst/>
          </a:prstGeom>
          <a:noFill/>
          <a:ln>
            <a:noFill/>
          </a:ln>
        </p:spPr>
        <p:txBody>
          <a:bodyPr anchorCtr="0" anchor="t" bIns="91425" lIns="91425" spcFirstLastPara="1" rIns="91425" wrap="square" tIns="91425">
            <a:spAutoFit/>
          </a:bodyPr>
          <a:lstStyle/>
          <a:p>
            <a:pPr indent="0" lvl="0" marL="0" rtl="0" algn="l">
              <a:spcBef>
                <a:spcPts val="0"/>
              </a:spcBef>
              <a:spcAft>
                <a:spcPts val="0"/>
              </a:spcAft>
              <a:buNone/>
            </a:pPr>
            <a:r>
              <a:rPr lang="en" sz="4000">
                <a:solidFill>
                  <a:srgbClr val="1A1A1A"/>
                </a:solidFill>
                <a:latin typeface="Inter ExtraBold"/>
                <a:ea typeface="Inter ExtraBold"/>
                <a:cs typeface="Inter ExtraBold"/>
                <a:sym typeface="Inter ExtraBold"/>
              </a:rPr>
              <a:t>Current Workflow Overview</a:t>
            </a:r>
            <a:endParaRPr sz="4000">
              <a:solidFill>
                <a:srgbClr val="1A1A1A"/>
              </a:solidFill>
              <a:latin typeface="Inter ExtraBold"/>
              <a:ea typeface="Inter ExtraBold"/>
              <a:cs typeface="Inter ExtraBold"/>
              <a:sym typeface="Inter ExtraBold"/>
            </a:endParaRPr>
          </a:p>
        </p:txBody>
      </p:sp>
      <p:sp>
        <p:nvSpPr>
          <p:cNvPr id="97" name="Google Shape;97;p30"/>
          <p:cNvSpPr txBox="1"/>
          <p:nvPr/>
        </p:nvSpPr>
        <p:spPr>
          <a:xfrm>
            <a:off x="247175" y="1331300"/>
            <a:ext cx="4372200" cy="461700"/>
          </a:xfrm>
          <a:prstGeom prst="rect">
            <a:avLst/>
          </a:prstGeom>
          <a:noFill/>
          <a:ln>
            <a:noFill/>
          </a:ln>
        </p:spPr>
        <p:txBody>
          <a:bodyPr anchorCtr="0" anchor="t" bIns="91425" lIns="91425" spcFirstLastPara="1" rIns="91425" wrap="square" tIns="91425">
            <a:spAutoFit/>
          </a:bodyPr>
          <a:lstStyle/>
          <a:p>
            <a:pPr indent="0" lvl="0" marL="0" rtl="0" algn="l">
              <a:spcBef>
                <a:spcPts val="0"/>
              </a:spcBef>
              <a:spcAft>
                <a:spcPts val="0"/>
              </a:spcAft>
              <a:buNone/>
            </a:pPr>
            <a:r>
              <a:t/>
            </a:r>
            <a:endParaRPr sz="1800">
              <a:solidFill>
                <a:schemeClr val="dk1"/>
              </a:solidFill>
              <a:highlight>
                <a:srgbClr val="FF9900"/>
              </a:highlight>
            </a:endParaRPr>
          </a:p>
        </p:txBody>
      </p:sp>
      <p:pic>
        <p:nvPicPr>
          <p:cNvPr id="98" name="Google Shape;98;p30" title="Flowchart.jpg"/>
          <p:cNvPicPr preferRelativeResize="0"/>
          <p:nvPr/>
        </p:nvPicPr>
        <p:blipFill>
          <a:blip r:embed="rId3">
            <a:alphaModFix/>
          </a:blip>
          <a:stretch>
            <a:fillRect/>
          </a:stretch>
        </p:blipFill>
        <p:spPr>
          <a:xfrm>
            <a:off x="734175" y="1430625"/>
            <a:ext cx="7107625" cy="3553276"/>
          </a:xfrm>
          <a:prstGeom prst="rect">
            <a:avLst/>
          </a:prstGeom>
          <a:noFill/>
          <a:ln>
            <a:noFill/>
          </a:ln>
        </p:spPr>
      </p:pic>
    </p:spTree>
  </p:cSld>
  <p:clrMapOvr>
    <a:masterClrMapping/>
  </p:clrMapOvr>
</p:sld>
</file>

<file path=ppt/slides/slide4.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solidFill>
          <a:srgbClr val="F2F1EE"/>
        </a:solidFill>
      </p:bgPr>
    </p:bg>
    <p:spTree>
      <p:nvGrpSpPr>
        <p:cNvPr id="102" name="Shape 102"/>
        <p:cNvGrpSpPr/>
        <p:nvPr/>
      </p:nvGrpSpPr>
      <p:grpSpPr>
        <a:xfrm>
          <a:off x="0" y="0"/>
          <a:ext cx="0" cy="0"/>
          <a:chOff x="0" y="0"/>
          <a:chExt cx="0" cy="0"/>
        </a:xfrm>
      </p:grpSpPr>
      <p:sp>
        <p:nvSpPr>
          <p:cNvPr id="103" name="Google Shape;103;p31"/>
          <p:cNvSpPr txBox="1"/>
          <p:nvPr>
            <p:ph type="ctrTitle"/>
          </p:nvPr>
        </p:nvSpPr>
        <p:spPr>
          <a:xfrm>
            <a:off x="96875" y="283725"/>
            <a:ext cx="8520600" cy="800400"/>
          </a:xfrm>
          <a:prstGeom prst="rect">
            <a:avLst/>
          </a:prstGeom>
          <a:noFill/>
          <a:ln>
            <a:noFill/>
          </a:ln>
        </p:spPr>
        <p:txBody>
          <a:bodyPr anchorCtr="0" anchor="t" bIns="91425" lIns="91425" spcFirstLastPara="1" rIns="91425" wrap="square" tIns="91425">
            <a:spAutoFit/>
          </a:bodyPr>
          <a:lstStyle/>
          <a:p>
            <a:pPr indent="0" lvl="0" marL="0" rtl="0" algn="l">
              <a:spcBef>
                <a:spcPts val="0"/>
              </a:spcBef>
              <a:spcAft>
                <a:spcPts val="0"/>
              </a:spcAft>
              <a:buNone/>
            </a:pPr>
            <a:r>
              <a:rPr lang="en" sz="4000">
                <a:solidFill>
                  <a:srgbClr val="1A1A1A"/>
                </a:solidFill>
                <a:latin typeface="Inter ExtraBold"/>
                <a:ea typeface="Inter ExtraBold"/>
                <a:cs typeface="Inter ExtraBold"/>
                <a:sym typeface="Inter ExtraBold"/>
              </a:rPr>
              <a:t>Key Problems Identified</a:t>
            </a:r>
            <a:endParaRPr sz="4000">
              <a:solidFill>
                <a:srgbClr val="1A1A1A"/>
              </a:solidFill>
              <a:latin typeface="Inter ExtraBold"/>
              <a:ea typeface="Inter ExtraBold"/>
              <a:cs typeface="Inter ExtraBold"/>
              <a:sym typeface="Inter ExtraBold"/>
            </a:endParaRPr>
          </a:p>
        </p:txBody>
      </p:sp>
      <p:sp>
        <p:nvSpPr>
          <p:cNvPr id="104" name="Google Shape;104;p31"/>
          <p:cNvSpPr/>
          <p:nvPr/>
        </p:nvSpPr>
        <p:spPr>
          <a:xfrm>
            <a:off x="214400" y="1057500"/>
            <a:ext cx="8520600" cy="3948900"/>
          </a:xfrm>
          <a:prstGeom prst="roundRect">
            <a:avLst>
              <a:gd fmla="val 5630" name="adj"/>
            </a:avLst>
          </a:prstGeom>
          <a:solidFill>
            <a:schemeClr val="lt1"/>
          </a:solidFill>
          <a:ln>
            <a:noFill/>
          </a:ln>
        </p:spPr>
        <p:txBody>
          <a:bodyPr anchorCtr="0" anchor="t" bIns="0" lIns="91425" spcFirstLastPara="1" rIns="91425" wrap="square" tIns="91425">
            <a:noAutofit/>
          </a:bodyPr>
          <a:lstStyle/>
          <a:p>
            <a:pPr indent="-342900" lvl="0" marL="457200" rtl="0" algn="l">
              <a:lnSpc>
                <a:spcPct val="100000"/>
              </a:lnSpc>
              <a:spcBef>
                <a:spcPts val="1800"/>
              </a:spcBef>
              <a:spcAft>
                <a:spcPts val="0"/>
              </a:spcAft>
              <a:buSzPts val="1800"/>
              <a:buFont typeface="Inter"/>
              <a:buAutoNum type="arabicPeriod"/>
            </a:pPr>
            <a:r>
              <a:rPr b="1" lang="en" sz="1500">
                <a:solidFill>
                  <a:schemeClr val="dk1"/>
                </a:solidFill>
              </a:rPr>
              <a:t>Long Wait Times</a:t>
            </a:r>
            <a:endParaRPr b="1" sz="1500">
              <a:solidFill>
                <a:schemeClr val="dk1"/>
              </a:solidFill>
            </a:endParaRPr>
          </a:p>
          <a:p>
            <a:pPr indent="0" lvl="0" marL="0" rtl="0" algn="l">
              <a:lnSpc>
                <a:spcPct val="100000"/>
              </a:lnSpc>
              <a:spcBef>
                <a:spcPts val="1200"/>
              </a:spcBef>
              <a:spcAft>
                <a:spcPts val="0"/>
              </a:spcAft>
              <a:buNone/>
            </a:pPr>
            <a:r>
              <a:rPr lang="en" sz="1000">
                <a:solidFill>
                  <a:schemeClr val="dk1"/>
                </a:solidFill>
              </a:rPr>
              <a:t>Customers report being </a:t>
            </a:r>
            <a:r>
              <a:rPr b="1" lang="en" sz="1000">
                <a:solidFill>
                  <a:schemeClr val="dk1"/>
                </a:solidFill>
              </a:rPr>
              <a:t>on hold for 30+ minutes</a:t>
            </a:r>
            <a:r>
              <a:rPr lang="en" sz="1000">
                <a:solidFill>
                  <a:schemeClr val="dk1"/>
                </a:solidFill>
              </a:rPr>
              <a:t> before speaking to a representative. This indicates:</a:t>
            </a:r>
            <a:endParaRPr sz="1000">
              <a:solidFill>
                <a:schemeClr val="dk1"/>
              </a:solidFill>
            </a:endParaRPr>
          </a:p>
          <a:p>
            <a:pPr indent="-292100" lvl="0" marL="457200" rtl="0" algn="l">
              <a:lnSpc>
                <a:spcPct val="100000"/>
              </a:lnSpc>
              <a:spcBef>
                <a:spcPts val="1200"/>
              </a:spcBef>
              <a:spcAft>
                <a:spcPts val="0"/>
              </a:spcAft>
              <a:buClr>
                <a:schemeClr val="dk1"/>
              </a:buClr>
              <a:buSzPts val="1000"/>
              <a:buChar char="●"/>
            </a:pPr>
            <a:r>
              <a:rPr lang="en" sz="1000">
                <a:solidFill>
                  <a:schemeClr val="dk1"/>
                </a:solidFill>
              </a:rPr>
              <a:t>Bottlenecks during intake</a:t>
            </a:r>
            <a:br>
              <a:rPr lang="en" sz="1000">
                <a:solidFill>
                  <a:schemeClr val="dk1"/>
                </a:solidFill>
              </a:rPr>
            </a:br>
            <a:r>
              <a:rPr lang="en" sz="1000">
                <a:solidFill>
                  <a:schemeClr val="dk1"/>
                </a:solidFill>
              </a:rPr>
              <a:t>Poor workload balancing</a:t>
            </a:r>
            <a:br>
              <a:rPr lang="en" sz="1000">
                <a:solidFill>
                  <a:schemeClr val="dk1"/>
                </a:solidFill>
              </a:rPr>
            </a:br>
            <a:r>
              <a:rPr lang="en" sz="1000">
                <a:solidFill>
                  <a:schemeClr val="dk1"/>
                </a:solidFill>
              </a:rPr>
              <a:t>Insufficient routing prioritization</a:t>
            </a:r>
            <a:endParaRPr b="1" sz="1700">
              <a:solidFill>
                <a:schemeClr val="dk1"/>
              </a:solidFill>
            </a:endParaRPr>
          </a:p>
          <a:p>
            <a:pPr indent="-323850" lvl="0" marL="457200" rtl="0" algn="l">
              <a:lnSpc>
                <a:spcPct val="100000"/>
              </a:lnSpc>
              <a:spcBef>
                <a:spcPts val="0"/>
              </a:spcBef>
              <a:spcAft>
                <a:spcPts val="0"/>
              </a:spcAft>
              <a:buClr>
                <a:schemeClr val="dk1"/>
              </a:buClr>
              <a:buSzPts val="1500"/>
              <a:buFont typeface="Inter"/>
              <a:buAutoNum type="arabicPeriod"/>
            </a:pPr>
            <a:r>
              <a:rPr b="1" lang="en" sz="1500">
                <a:solidFill>
                  <a:schemeClr val="dk1"/>
                </a:solidFill>
                <a:latin typeface="Inter"/>
                <a:ea typeface="Inter"/>
                <a:cs typeface="Inter"/>
                <a:sym typeface="Inter"/>
              </a:rPr>
              <a:t>Multiple Transfers Between Representatives</a:t>
            </a:r>
            <a:endParaRPr b="1" sz="1500">
              <a:solidFill>
                <a:schemeClr val="dk1"/>
              </a:solidFill>
              <a:latin typeface="Inter"/>
              <a:ea typeface="Inter"/>
              <a:cs typeface="Inter"/>
              <a:sym typeface="Inter"/>
            </a:endParaRPr>
          </a:p>
          <a:p>
            <a:pPr indent="0" lvl="0" marL="0" rtl="0" algn="l">
              <a:lnSpc>
                <a:spcPct val="100000"/>
              </a:lnSpc>
              <a:spcBef>
                <a:spcPts val="1200"/>
              </a:spcBef>
              <a:spcAft>
                <a:spcPts val="0"/>
              </a:spcAft>
              <a:buNone/>
            </a:pPr>
            <a:r>
              <a:rPr lang="en" sz="1100">
                <a:solidFill>
                  <a:schemeClr val="dk1"/>
                </a:solidFill>
              </a:rPr>
              <a:t>Customers are being </a:t>
            </a:r>
            <a:r>
              <a:rPr b="1" lang="en" sz="1100">
                <a:solidFill>
                  <a:schemeClr val="dk1"/>
                </a:solidFill>
              </a:rPr>
              <a:t>passed between multiple agents</a:t>
            </a:r>
            <a:r>
              <a:rPr lang="en" sz="1100">
                <a:solidFill>
                  <a:schemeClr val="dk1"/>
                </a:solidFill>
              </a:rPr>
              <a:t> after already explaining their issue. This points to:</a:t>
            </a:r>
            <a:endParaRPr sz="1100">
              <a:solidFill>
                <a:schemeClr val="dk1"/>
              </a:solidFill>
            </a:endParaRPr>
          </a:p>
          <a:p>
            <a:pPr indent="-298450" lvl="0" marL="457200" rtl="0" algn="l">
              <a:lnSpc>
                <a:spcPct val="100000"/>
              </a:lnSpc>
              <a:spcBef>
                <a:spcPts val="1200"/>
              </a:spcBef>
              <a:spcAft>
                <a:spcPts val="0"/>
              </a:spcAft>
              <a:buClr>
                <a:schemeClr val="dk1"/>
              </a:buClr>
              <a:buSzPts val="1100"/>
              <a:buChar char="●"/>
            </a:pPr>
            <a:r>
              <a:rPr lang="en" sz="1100">
                <a:solidFill>
                  <a:schemeClr val="dk1"/>
                </a:solidFill>
              </a:rPr>
              <a:t>Poor initial issue classification</a:t>
            </a:r>
            <a:br>
              <a:rPr lang="en" sz="1100">
                <a:solidFill>
                  <a:schemeClr val="dk1"/>
                </a:solidFill>
              </a:rPr>
            </a:br>
            <a:r>
              <a:rPr lang="en" sz="1100">
                <a:solidFill>
                  <a:schemeClr val="dk1"/>
                </a:solidFill>
              </a:rPr>
              <a:t>Misalignment between ticket type and CSR expertise</a:t>
            </a:r>
            <a:br>
              <a:rPr lang="en" sz="1100">
                <a:solidFill>
                  <a:schemeClr val="dk1"/>
                </a:solidFill>
              </a:rPr>
            </a:br>
            <a:r>
              <a:rPr lang="en" sz="1100">
                <a:solidFill>
                  <a:schemeClr val="dk1"/>
                </a:solidFill>
              </a:rPr>
              <a:t>Late or inefficient escalation decisions</a:t>
            </a:r>
            <a:endParaRPr sz="1500">
              <a:solidFill>
                <a:schemeClr val="dk1"/>
              </a:solidFill>
              <a:latin typeface="Inter"/>
              <a:ea typeface="Inter"/>
              <a:cs typeface="Inter"/>
              <a:sym typeface="Inter"/>
            </a:endParaRPr>
          </a:p>
          <a:p>
            <a:pPr indent="-323850" lvl="0" marL="457200" rtl="0" algn="l">
              <a:lnSpc>
                <a:spcPct val="100000"/>
              </a:lnSpc>
              <a:spcBef>
                <a:spcPts val="0"/>
              </a:spcBef>
              <a:spcAft>
                <a:spcPts val="0"/>
              </a:spcAft>
              <a:buClr>
                <a:schemeClr val="dk1"/>
              </a:buClr>
              <a:buSzPts val="1500"/>
              <a:buFont typeface="Inter"/>
              <a:buAutoNum type="arabicPeriod"/>
            </a:pPr>
            <a:r>
              <a:rPr b="1" lang="en" sz="1500">
                <a:solidFill>
                  <a:schemeClr val="dk1"/>
                </a:solidFill>
                <a:latin typeface="Inter"/>
                <a:ea typeface="Inter"/>
                <a:cs typeface="Inter"/>
                <a:sym typeface="Inter"/>
              </a:rPr>
              <a:t>Issues Not Resolved on First Contact</a:t>
            </a:r>
            <a:endParaRPr b="1" sz="1500">
              <a:solidFill>
                <a:schemeClr val="dk1"/>
              </a:solidFill>
              <a:latin typeface="Inter"/>
              <a:ea typeface="Inter"/>
              <a:cs typeface="Inter"/>
              <a:sym typeface="Inter"/>
            </a:endParaRPr>
          </a:p>
          <a:p>
            <a:pPr indent="0" lvl="0" marL="0" rtl="0" algn="l">
              <a:lnSpc>
                <a:spcPct val="100000"/>
              </a:lnSpc>
              <a:spcBef>
                <a:spcPts val="1200"/>
              </a:spcBef>
              <a:spcAft>
                <a:spcPts val="0"/>
              </a:spcAft>
              <a:buNone/>
            </a:pPr>
            <a:r>
              <a:rPr lang="en" sz="1100">
                <a:solidFill>
                  <a:schemeClr val="dk1"/>
                </a:solidFill>
              </a:rPr>
              <a:t>Multiple complaints indicate issues </a:t>
            </a:r>
            <a:r>
              <a:rPr b="1" lang="en" sz="1100">
                <a:solidFill>
                  <a:schemeClr val="dk1"/>
                </a:solidFill>
              </a:rPr>
              <a:t>weren’t resolved on the first call</a:t>
            </a:r>
            <a:r>
              <a:rPr lang="en" sz="1100">
                <a:solidFill>
                  <a:schemeClr val="dk1"/>
                </a:solidFill>
              </a:rPr>
              <a:t>, requiring follow-ups.</a:t>
            </a:r>
            <a:endParaRPr sz="1100">
              <a:solidFill>
                <a:schemeClr val="dk1"/>
              </a:solidFill>
            </a:endParaRPr>
          </a:p>
          <a:p>
            <a:pPr indent="-298450" lvl="0" marL="457200" rtl="0" algn="l">
              <a:lnSpc>
                <a:spcPct val="100000"/>
              </a:lnSpc>
              <a:spcBef>
                <a:spcPts val="1200"/>
              </a:spcBef>
              <a:spcAft>
                <a:spcPts val="0"/>
              </a:spcAft>
              <a:buClr>
                <a:schemeClr val="dk1"/>
              </a:buClr>
              <a:buSzPts val="1100"/>
              <a:buChar char="●"/>
            </a:pPr>
            <a:r>
              <a:rPr lang="en" sz="1100">
                <a:solidFill>
                  <a:schemeClr val="dk1"/>
                </a:solidFill>
              </a:rPr>
              <a:t>Incomplete knowledge base access</a:t>
            </a:r>
            <a:br>
              <a:rPr lang="en" sz="1100">
                <a:solidFill>
                  <a:schemeClr val="dk1"/>
                </a:solidFill>
              </a:rPr>
            </a:br>
            <a:r>
              <a:rPr lang="en" sz="1100">
                <a:solidFill>
                  <a:schemeClr val="dk1"/>
                </a:solidFill>
              </a:rPr>
              <a:t>CSRs lacking decision authority</a:t>
            </a:r>
            <a:endParaRPr sz="1100">
              <a:solidFill>
                <a:schemeClr val="dk1"/>
              </a:solidFill>
            </a:endParaRPr>
          </a:p>
          <a:p>
            <a:pPr indent="0" lvl="0" marL="0" rtl="0" algn="l">
              <a:lnSpc>
                <a:spcPct val="115000"/>
              </a:lnSpc>
              <a:spcBef>
                <a:spcPts val="1200"/>
              </a:spcBef>
              <a:spcAft>
                <a:spcPts val="1200"/>
              </a:spcAft>
              <a:buNone/>
            </a:pPr>
            <a:r>
              <a:t/>
            </a:r>
            <a:endParaRPr sz="1100">
              <a:solidFill>
                <a:schemeClr val="dk1"/>
              </a:solidFill>
            </a:endParaRPr>
          </a:p>
        </p:txBody>
      </p:sp>
    </p:spTree>
  </p:cSld>
  <p:clrMapOvr>
    <a:masterClrMapping/>
  </p:clrMapOvr>
</p:sld>
</file>

<file path=ppt/slides/slide5.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solidFill>
          <a:srgbClr val="F2F1EE"/>
        </a:solidFill>
      </p:bgPr>
    </p:bg>
    <p:spTree>
      <p:nvGrpSpPr>
        <p:cNvPr id="108" name="Shape 108"/>
        <p:cNvGrpSpPr/>
        <p:nvPr/>
      </p:nvGrpSpPr>
      <p:grpSpPr>
        <a:xfrm>
          <a:off x="0" y="0"/>
          <a:ext cx="0" cy="0"/>
          <a:chOff x="0" y="0"/>
          <a:chExt cx="0" cy="0"/>
        </a:xfrm>
      </p:grpSpPr>
      <p:sp>
        <p:nvSpPr>
          <p:cNvPr id="109" name="Google Shape;109;p32"/>
          <p:cNvSpPr txBox="1"/>
          <p:nvPr>
            <p:ph type="ctrTitle"/>
          </p:nvPr>
        </p:nvSpPr>
        <p:spPr>
          <a:xfrm>
            <a:off x="96875" y="348775"/>
            <a:ext cx="8520600" cy="800400"/>
          </a:xfrm>
          <a:prstGeom prst="rect">
            <a:avLst/>
          </a:prstGeom>
          <a:noFill/>
          <a:ln>
            <a:noFill/>
          </a:ln>
        </p:spPr>
        <p:txBody>
          <a:bodyPr anchorCtr="0" anchor="t" bIns="91425" lIns="91425" spcFirstLastPara="1" rIns="91425" wrap="square" tIns="91425">
            <a:spAutoFit/>
          </a:bodyPr>
          <a:lstStyle/>
          <a:p>
            <a:pPr indent="0" lvl="0" marL="0" rtl="0" algn="l">
              <a:spcBef>
                <a:spcPts val="0"/>
              </a:spcBef>
              <a:spcAft>
                <a:spcPts val="0"/>
              </a:spcAft>
              <a:buNone/>
            </a:pPr>
            <a:r>
              <a:rPr lang="en" sz="4000">
                <a:solidFill>
                  <a:srgbClr val="1A1A1A"/>
                </a:solidFill>
                <a:latin typeface="Inter ExtraBold"/>
                <a:ea typeface="Inter ExtraBold"/>
                <a:cs typeface="Inter ExtraBold"/>
                <a:sym typeface="Inter ExtraBold"/>
              </a:rPr>
              <a:t>Proposed AI integration</a:t>
            </a:r>
            <a:endParaRPr sz="3600">
              <a:solidFill>
                <a:srgbClr val="1A1A1A"/>
              </a:solidFill>
              <a:latin typeface="Inter ExtraBold"/>
              <a:ea typeface="Inter ExtraBold"/>
              <a:cs typeface="Inter ExtraBold"/>
              <a:sym typeface="Inter ExtraBold"/>
            </a:endParaRPr>
          </a:p>
        </p:txBody>
      </p:sp>
      <p:sp>
        <p:nvSpPr>
          <p:cNvPr id="110" name="Google Shape;110;p32"/>
          <p:cNvSpPr/>
          <p:nvPr/>
        </p:nvSpPr>
        <p:spPr>
          <a:xfrm>
            <a:off x="228600" y="1182325"/>
            <a:ext cx="2722200" cy="3930300"/>
          </a:xfrm>
          <a:prstGeom prst="snip2DiagRect">
            <a:avLst>
              <a:gd fmla="val 0" name="adj1"/>
              <a:gd fmla="val 9217" name="adj2"/>
            </a:avLst>
          </a:prstGeom>
          <a:solidFill>
            <a:schemeClr val="lt1"/>
          </a:solidFill>
          <a:ln>
            <a:noFill/>
          </a:ln>
        </p:spPr>
        <p:txBody>
          <a:bodyPr anchorCtr="0" anchor="t" bIns="274300" lIns="91425" spcFirstLastPara="1" rIns="91425" wrap="square" tIns="91425">
            <a:noAutofit/>
          </a:bodyPr>
          <a:lstStyle/>
          <a:p>
            <a:pPr indent="0" lvl="0" marL="0" rtl="0" algn="l">
              <a:spcBef>
                <a:spcPts val="0"/>
              </a:spcBef>
              <a:spcAft>
                <a:spcPts val="0"/>
              </a:spcAft>
              <a:buNone/>
            </a:pPr>
            <a:r>
              <a:rPr lang="en" sz="2000">
                <a:solidFill>
                  <a:srgbClr val="1A1A1A"/>
                </a:solidFill>
                <a:latin typeface="Inter Medium"/>
                <a:ea typeface="Inter Medium"/>
                <a:cs typeface="Inter Medium"/>
                <a:sym typeface="Inter Medium"/>
              </a:rPr>
              <a:t>Suggested AI tools and how they fit into the workflow</a:t>
            </a:r>
            <a:endParaRPr sz="2000">
              <a:solidFill>
                <a:srgbClr val="1A1A1A"/>
              </a:solidFill>
              <a:latin typeface="Inter Medium"/>
              <a:ea typeface="Inter Medium"/>
              <a:cs typeface="Inter Medium"/>
              <a:sym typeface="Inter Medium"/>
            </a:endParaRPr>
          </a:p>
          <a:p>
            <a:pPr indent="0" lvl="0" marL="0" rtl="0" algn="l">
              <a:spcBef>
                <a:spcPts val="0"/>
              </a:spcBef>
              <a:spcAft>
                <a:spcPts val="0"/>
              </a:spcAft>
              <a:buNone/>
            </a:pPr>
            <a:r>
              <a:t/>
            </a:r>
            <a:endParaRPr sz="2200">
              <a:solidFill>
                <a:srgbClr val="1A1A1A"/>
              </a:solidFill>
              <a:latin typeface="Inter Medium"/>
              <a:ea typeface="Inter Medium"/>
              <a:cs typeface="Inter Medium"/>
              <a:sym typeface="Inter Medium"/>
            </a:endParaRPr>
          </a:p>
          <a:p>
            <a:pPr indent="0" lvl="0" marL="0" rtl="0" algn="l">
              <a:spcBef>
                <a:spcPts val="0"/>
              </a:spcBef>
              <a:spcAft>
                <a:spcPts val="0"/>
              </a:spcAft>
              <a:buNone/>
            </a:pPr>
            <a:r>
              <a:rPr lang="en" sz="1500">
                <a:solidFill>
                  <a:srgbClr val="1A1A1A"/>
                </a:solidFill>
                <a:latin typeface="Inter Medium"/>
                <a:ea typeface="Inter Medium"/>
                <a:cs typeface="Inter Medium"/>
                <a:sym typeface="Inter Medium"/>
              </a:rPr>
              <a:t>1. </a:t>
            </a:r>
            <a:r>
              <a:rPr lang="en" sz="1500">
                <a:solidFill>
                  <a:srgbClr val="1A1A1A"/>
                </a:solidFill>
                <a:latin typeface="Inter Medium"/>
                <a:ea typeface="Inter Medium"/>
                <a:cs typeface="Inter Medium"/>
                <a:sym typeface="Inter Medium"/>
              </a:rPr>
              <a:t>Intake and capture</a:t>
            </a:r>
            <a:endParaRPr sz="1500">
              <a:solidFill>
                <a:srgbClr val="1A1A1A"/>
              </a:solidFill>
              <a:latin typeface="Inter Medium"/>
              <a:ea typeface="Inter Medium"/>
              <a:cs typeface="Inter Medium"/>
              <a:sym typeface="Inter Medium"/>
            </a:endParaRPr>
          </a:p>
          <a:p>
            <a:pPr indent="-323850" lvl="0" marL="457200" rtl="0" algn="l">
              <a:spcBef>
                <a:spcPts val="0"/>
              </a:spcBef>
              <a:spcAft>
                <a:spcPts val="0"/>
              </a:spcAft>
              <a:buClr>
                <a:srgbClr val="1A1A1A"/>
              </a:buClr>
              <a:buSzPts val="1500"/>
              <a:buFont typeface="Inter Medium"/>
              <a:buChar char="●"/>
            </a:pPr>
            <a:r>
              <a:rPr lang="en" sz="1500">
                <a:solidFill>
                  <a:srgbClr val="1A1A1A"/>
                </a:solidFill>
                <a:latin typeface="Inter Medium"/>
                <a:ea typeface="Inter Medium"/>
                <a:cs typeface="Inter Medium"/>
                <a:sym typeface="Inter Medium"/>
              </a:rPr>
              <a:t>Intercom, Ada, Tidio, Zapier</a:t>
            </a:r>
            <a:endParaRPr sz="1500">
              <a:solidFill>
                <a:srgbClr val="1A1A1A"/>
              </a:solidFill>
              <a:latin typeface="Inter Medium"/>
              <a:ea typeface="Inter Medium"/>
              <a:cs typeface="Inter Medium"/>
              <a:sym typeface="Inter Medium"/>
            </a:endParaRPr>
          </a:p>
          <a:p>
            <a:pPr indent="0" lvl="0" marL="0" rtl="0" algn="l">
              <a:spcBef>
                <a:spcPts val="0"/>
              </a:spcBef>
              <a:spcAft>
                <a:spcPts val="0"/>
              </a:spcAft>
              <a:buNone/>
            </a:pPr>
            <a:r>
              <a:rPr lang="en" sz="1500">
                <a:solidFill>
                  <a:srgbClr val="1A1A1A"/>
                </a:solidFill>
                <a:latin typeface="Inter Medium"/>
                <a:ea typeface="Inter Medium"/>
                <a:cs typeface="Inter Medium"/>
                <a:sym typeface="Inter Medium"/>
              </a:rPr>
              <a:t>2.Classification &amp; routing</a:t>
            </a:r>
            <a:endParaRPr sz="1500">
              <a:solidFill>
                <a:srgbClr val="1A1A1A"/>
              </a:solidFill>
              <a:latin typeface="Inter Medium"/>
              <a:ea typeface="Inter Medium"/>
              <a:cs typeface="Inter Medium"/>
              <a:sym typeface="Inter Medium"/>
            </a:endParaRPr>
          </a:p>
          <a:p>
            <a:pPr indent="-323850" lvl="0" marL="457200" rtl="0" algn="l">
              <a:spcBef>
                <a:spcPts val="0"/>
              </a:spcBef>
              <a:spcAft>
                <a:spcPts val="0"/>
              </a:spcAft>
              <a:buClr>
                <a:srgbClr val="1A1A1A"/>
              </a:buClr>
              <a:buSzPts val="1500"/>
              <a:buFont typeface="Inter Medium"/>
              <a:buChar char="●"/>
            </a:pPr>
            <a:r>
              <a:rPr lang="en" sz="1500">
                <a:solidFill>
                  <a:srgbClr val="1A1A1A"/>
                </a:solidFill>
                <a:latin typeface="Inter Medium"/>
                <a:ea typeface="Inter Medium"/>
                <a:cs typeface="Inter Medium"/>
                <a:sym typeface="Inter Medium"/>
              </a:rPr>
              <a:t>Salesforce Einstein, Freshdesk AI,</a:t>
            </a:r>
            <a:endParaRPr sz="1500">
              <a:solidFill>
                <a:srgbClr val="1A1A1A"/>
              </a:solidFill>
              <a:latin typeface="Inter Medium"/>
              <a:ea typeface="Inter Medium"/>
              <a:cs typeface="Inter Medium"/>
              <a:sym typeface="Inter Medium"/>
            </a:endParaRPr>
          </a:p>
          <a:p>
            <a:pPr indent="0" lvl="0" marL="0" rtl="0" algn="l">
              <a:spcBef>
                <a:spcPts val="0"/>
              </a:spcBef>
              <a:spcAft>
                <a:spcPts val="0"/>
              </a:spcAft>
              <a:buNone/>
            </a:pPr>
            <a:r>
              <a:rPr lang="en" sz="1500">
                <a:solidFill>
                  <a:srgbClr val="1A1A1A"/>
                </a:solidFill>
                <a:latin typeface="Inter Medium"/>
                <a:ea typeface="Inter Medium"/>
                <a:cs typeface="Inter Medium"/>
                <a:sym typeface="Inter Medium"/>
              </a:rPr>
              <a:t>3.Resolution</a:t>
            </a:r>
            <a:endParaRPr sz="1500">
              <a:solidFill>
                <a:srgbClr val="1A1A1A"/>
              </a:solidFill>
              <a:latin typeface="Inter Medium"/>
              <a:ea typeface="Inter Medium"/>
              <a:cs typeface="Inter Medium"/>
              <a:sym typeface="Inter Medium"/>
            </a:endParaRPr>
          </a:p>
          <a:p>
            <a:pPr indent="-323850" lvl="0" marL="457200" rtl="0" algn="l">
              <a:spcBef>
                <a:spcPts val="0"/>
              </a:spcBef>
              <a:spcAft>
                <a:spcPts val="0"/>
              </a:spcAft>
              <a:buClr>
                <a:srgbClr val="1A1A1A"/>
              </a:buClr>
              <a:buSzPts val="1500"/>
              <a:buFont typeface="Inter Medium"/>
              <a:buChar char="●"/>
            </a:pPr>
            <a:r>
              <a:rPr lang="en" sz="1500">
                <a:solidFill>
                  <a:srgbClr val="1A1A1A"/>
                </a:solidFill>
                <a:latin typeface="Inter Medium"/>
                <a:ea typeface="Inter Medium"/>
                <a:cs typeface="Inter Medium"/>
                <a:sym typeface="Inter Medium"/>
              </a:rPr>
              <a:t>Zendesk AI, Intercom</a:t>
            </a:r>
            <a:endParaRPr sz="1500">
              <a:solidFill>
                <a:srgbClr val="1A1A1A"/>
              </a:solidFill>
              <a:latin typeface="Inter Medium"/>
              <a:ea typeface="Inter Medium"/>
              <a:cs typeface="Inter Medium"/>
              <a:sym typeface="Inter Medium"/>
            </a:endParaRPr>
          </a:p>
        </p:txBody>
      </p:sp>
      <p:sp>
        <p:nvSpPr>
          <p:cNvPr id="111" name="Google Shape;111;p32"/>
          <p:cNvSpPr/>
          <p:nvPr/>
        </p:nvSpPr>
        <p:spPr>
          <a:xfrm>
            <a:off x="3209550" y="1149175"/>
            <a:ext cx="2724900" cy="3930300"/>
          </a:xfrm>
          <a:prstGeom prst="roundRect">
            <a:avLst>
              <a:gd fmla="val 9118" name="adj"/>
            </a:avLst>
          </a:prstGeom>
          <a:solidFill>
            <a:schemeClr val="lt1"/>
          </a:solidFill>
          <a:ln>
            <a:noFill/>
          </a:ln>
        </p:spPr>
        <p:txBody>
          <a:bodyPr anchorCtr="0" anchor="t" bIns="274300" lIns="182875" spcFirstLastPara="1" rIns="182875" wrap="square" tIns="91425">
            <a:noAutofit/>
          </a:bodyPr>
          <a:lstStyle/>
          <a:p>
            <a:pPr indent="0" lvl="0" marL="0" marR="0" rtl="0" algn="l">
              <a:spcBef>
                <a:spcPts val="0"/>
              </a:spcBef>
              <a:spcAft>
                <a:spcPts val="0"/>
              </a:spcAft>
              <a:buClr>
                <a:schemeClr val="dk1"/>
              </a:buClr>
              <a:buSzPts val="1100"/>
              <a:buFont typeface="Arial"/>
              <a:buNone/>
            </a:pPr>
            <a:r>
              <a:rPr lang="en" sz="2000">
                <a:solidFill>
                  <a:srgbClr val="1A1A1A"/>
                </a:solidFill>
                <a:latin typeface="Inter Medium"/>
                <a:ea typeface="Inter Medium"/>
                <a:cs typeface="Inter Medium"/>
                <a:sym typeface="Inter Medium"/>
              </a:rPr>
              <a:t>Expected benefits and improvements</a:t>
            </a:r>
            <a:endParaRPr sz="2000">
              <a:solidFill>
                <a:srgbClr val="1A1A1A"/>
              </a:solidFill>
              <a:latin typeface="Inter Medium"/>
              <a:ea typeface="Inter Medium"/>
              <a:cs typeface="Inter Medium"/>
              <a:sym typeface="Inter Medium"/>
            </a:endParaRPr>
          </a:p>
          <a:p>
            <a:pPr indent="0" lvl="0" marL="0" marR="0" rtl="0" algn="l">
              <a:spcBef>
                <a:spcPts val="0"/>
              </a:spcBef>
              <a:spcAft>
                <a:spcPts val="0"/>
              </a:spcAft>
              <a:buNone/>
            </a:pPr>
            <a:r>
              <a:t/>
            </a:r>
            <a:endParaRPr sz="1500"/>
          </a:p>
          <a:p>
            <a:pPr indent="-323850" lvl="0" marL="457200" marR="0" rtl="0" algn="l">
              <a:spcBef>
                <a:spcPts val="0"/>
              </a:spcBef>
              <a:spcAft>
                <a:spcPts val="0"/>
              </a:spcAft>
              <a:buSzPts val="1500"/>
              <a:buAutoNum type="arabicPeriod"/>
            </a:pPr>
            <a:r>
              <a:rPr lang="en" sz="1500"/>
              <a:t>Faster responses and ticket creation</a:t>
            </a:r>
            <a:endParaRPr sz="1500"/>
          </a:p>
          <a:p>
            <a:pPr indent="0" lvl="0" marL="457200" marR="0" rtl="0" algn="l">
              <a:spcBef>
                <a:spcPts val="0"/>
              </a:spcBef>
              <a:spcAft>
                <a:spcPts val="0"/>
              </a:spcAft>
              <a:buNone/>
            </a:pPr>
            <a:r>
              <a:t/>
            </a:r>
            <a:endParaRPr sz="1500"/>
          </a:p>
          <a:p>
            <a:pPr indent="-323850" lvl="0" marL="457200" marR="0" rtl="0" algn="l">
              <a:spcBef>
                <a:spcPts val="0"/>
              </a:spcBef>
              <a:spcAft>
                <a:spcPts val="0"/>
              </a:spcAft>
              <a:buSzPts val="1500"/>
              <a:buAutoNum type="arabicPeriod"/>
            </a:pPr>
            <a:r>
              <a:rPr lang="en" sz="1500"/>
              <a:t>Better prioritization and skill-based routing</a:t>
            </a:r>
            <a:endParaRPr sz="1500"/>
          </a:p>
          <a:p>
            <a:pPr indent="0" lvl="0" marL="457200" marR="0" rtl="0" algn="l">
              <a:spcBef>
                <a:spcPts val="0"/>
              </a:spcBef>
              <a:spcAft>
                <a:spcPts val="0"/>
              </a:spcAft>
              <a:buNone/>
            </a:pPr>
            <a:r>
              <a:t/>
            </a:r>
            <a:endParaRPr sz="1500"/>
          </a:p>
          <a:p>
            <a:pPr indent="-323850" lvl="0" marL="457200" marR="0" rtl="0" algn="l">
              <a:spcBef>
                <a:spcPts val="0"/>
              </a:spcBef>
              <a:spcAft>
                <a:spcPts val="0"/>
              </a:spcAft>
              <a:buSzPts val="1500"/>
              <a:buAutoNum type="arabicPeriod"/>
            </a:pPr>
            <a:r>
              <a:rPr lang="en" sz="1500"/>
              <a:t>Context aware suggestions and </a:t>
            </a:r>
            <a:endParaRPr sz="1500"/>
          </a:p>
        </p:txBody>
      </p:sp>
      <p:sp>
        <p:nvSpPr>
          <p:cNvPr id="112" name="Google Shape;112;p32"/>
          <p:cNvSpPr/>
          <p:nvPr/>
        </p:nvSpPr>
        <p:spPr>
          <a:xfrm>
            <a:off x="6193200" y="1182325"/>
            <a:ext cx="2724900" cy="3897300"/>
          </a:xfrm>
          <a:prstGeom prst="snip1Rect">
            <a:avLst>
              <a:gd fmla="val 9643" name="adj"/>
            </a:avLst>
          </a:prstGeom>
          <a:solidFill>
            <a:schemeClr val="lt1"/>
          </a:solidFill>
          <a:ln>
            <a:noFill/>
          </a:ln>
        </p:spPr>
        <p:txBody>
          <a:bodyPr anchorCtr="0" anchor="t" bIns="274300" lIns="274300" spcFirstLastPara="1" rIns="274300" wrap="square" tIns="91425">
            <a:noAutofit/>
          </a:bodyPr>
          <a:lstStyle/>
          <a:p>
            <a:pPr indent="0" lvl="0" marL="0" rtl="0" algn="l">
              <a:spcBef>
                <a:spcPts val="0"/>
              </a:spcBef>
              <a:spcAft>
                <a:spcPts val="0"/>
              </a:spcAft>
              <a:buClr>
                <a:schemeClr val="dk1"/>
              </a:buClr>
              <a:buSzPts val="1100"/>
              <a:buFont typeface="Arial"/>
              <a:buNone/>
            </a:pPr>
            <a:r>
              <a:rPr lang="en" sz="2200">
                <a:solidFill>
                  <a:srgbClr val="1A1A1A"/>
                </a:solidFill>
                <a:latin typeface="Inter Medium"/>
                <a:ea typeface="Inter Medium"/>
                <a:cs typeface="Inter Medium"/>
                <a:sym typeface="Inter Medium"/>
              </a:rPr>
              <a:t>Potential risks or limitations</a:t>
            </a:r>
            <a:endParaRPr sz="2200">
              <a:solidFill>
                <a:srgbClr val="1A1A1A"/>
              </a:solidFill>
              <a:latin typeface="Inter Medium"/>
              <a:ea typeface="Inter Medium"/>
              <a:cs typeface="Inter Medium"/>
              <a:sym typeface="Inter Medium"/>
            </a:endParaRPr>
          </a:p>
          <a:p>
            <a:pPr indent="0" lvl="0" marL="0" rtl="0" algn="l">
              <a:spcBef>
                <a:spcPts val="0"/>
              </a:spcBef>
              <a:spcAft>
                <a:spcPts val="0"/>
              </a:spcAft>
              <a:buNone/>
            </a:pPr>
            <a:r>
              <a:t/>
            </a:r>
            <a:endParaRPr sz="1500"/>
          </a:p>
          <a:p>
            <a:pPr indent="-323850" lvl="0" marL="457200" rtl="0" algn="l">
              <a:spcBef>
                <a:spcPts val="0"/>
              </a:spcBef>
              <a:spcAft>
                <a:spcPts val="0"/>
              </a:spcAft>
              <a:buSzPts val="1500"/>
              <a:buAutoNum type="arabicPeriod"/>
            </a:pPr>
            <a:r>
              <a:rPr lang="en" sz="1500"/>
              <a:t>Misrepresentation of </a:t>
            </a:r>
            <a:r>
              <a:rPr lang="en" sz="1500"/>
              <a:t>customer intent</a:t>
            </a:r>
            <a:endParaRPr sz="1500"/>
          </a:p>
          <a:p>
            <a:pPr indent="0" lvl="0" marL="0" rtl="0" algn="l">
              <a:spcBef>
                <a:spcPts val="0"/>
              </a:spcBef>
              <a:spcAft>
                <a:spcPts val="0"/>
              </a:spcAft>
              <a:buNone/>
            </a:pPr>
            <a:r>
              <a:t/>
            </a:r>
            <a:endParaRPr sz="1500"/>
          </a:p>
          <a:p>
            <a:pPr indent="-323850" lvl="0" marL="457200" rtl="0" algn="l">
              <a:spcBef>
                <a:spcPts val="0"/>
              </a:spcBef>
              <a:spcAft>
                <a:spcPts val="0"/>
              </a:spcAft>
              <a:buSzPts val="1500"/>
              <a:buAutoNum type="arabicPeriod"/>
            </a:pPr>
            <a:r>
              <a:rPr lang="en" sz="1500"/>
              <a:t>Incorrect prioritization</a:t>
            </a:r>
            <a:endParaRPr sz="1500"/>
          </a:p>
          <a:p>
            <a:pPr indent="0" lvl="0" marL="914400" rtl="0" algn="l">
              <a:spcBef>
                <a:spcPts val="0"/>
              </a:spcBef>
              <a:spcAft>
                <a:spcPts val="0"/>
              </a:spcAft>
              <a:buNone/>
            </a:pPr>
            <a:r>
              <a:t/>
            </a:r>
            <a:endParaRPr sz="1500"/>
          </a:p>
          <a:p>
            <a:pPr indent="-323850" lvl="0" marL="457200" rtl="0" algn="l">
              <a:spcBef>
                <a:spcPts val="0"/>
              </a:spcBef>
              <a:spcAft>
                <a:spcPts val="0"/>
              </a:spcAft>
              <a:buSzPts val="1500"/>
              <a:buAutoNum type="arabicPeriod"/>
            </a:pPr>
            <a:r>
              <a:rPr lang="en" sz="1500"/>
              <a:t>Inaccurate or outdated suggestions</a:t>
            </a:r>
            <a:endParaRPr sz="1500"/>
          </a:p>
          <a:p>
            <a:pPr indent="0" lvl="0" marL="0" rtl="0" algn="l">
              <a:spcBef>
                <a:spcPts val="0"/>
              </a:spcBef>
              <a:spcAft>
                <a:spcPts val="0"/>
              </a:spcAft>
              <a:buNone/>
            </a:pPr>
            <a:r>
              <a:t/>
            </a:r>
            <a:endParaRPr sz="1500"/>
          </a:p>
          <a:p>
            <a:pPr indent="0" lvl="0" marL="0" rtl="0" algn="l">
              <a:spcBef>
                <a:spcPts val="0"/>
              </a:spcBef>
              <a:spcAft>
                <a:spcPts val="0"/>
              </a:spcAft>
              <a:buNone/>
            </a:pPr>
            <a:r>
              <a:t/>
            </a:r>
            <a:endParaRPr sz="1500"/>
          </a:p>
          <a:p>
            <a:pPr indent="0" lvl="0" marL="0" rtl="0" algn="l">
              <a:spcBef>
                <a:spcPts val="0"/>
              </a:spcBef>
              <a:spcAft>
                <a:spcPts val="0"/>
              </a:spcAft>
              <a:buNone/>
            </a:pPr>
            <a:r>
              <a:t/>
            </a:r>
            <a:endParaRPr sz="1500"/>
          </a:p>
          <a:p>
            <a:pPr indent="0" lvl="0" marL="0" rtl="0" algn="l">
              <a:spcBef>
                <a:spcPts val="0"/>
              </a:spcBef>
              <a:spcAft>
                <a:spcPts val="0"/>
              </a:spcAft>
              <a:buNone/>
            </a:pPr>
            <a:r>
              <a:t/>
            </a:r>
            <a:endParaRPr sz="1500"/>
          </a:p>
        </p:txBody>
      </p:sp>
    </p:spTree>
  </p:cSld>
  <p:clrMapOvr>
    <a:masterClrMapping/>
  </p:clrMapOvr>
</p:sld>
</file>

<file path=ppt/slides/slide6.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solidFill>
          <a:srgbClr val="F2F1EE"/>
        </a:solidFill>
      </p:bgPr>
    </p:bg>
    <p:spTree>
      <p:nvGrpSpPr>
        <p:cNvPr id="116" name="Shape 116"/>
        <p:cNvGrpSpPr/>
        <p:nvPr/>
      </p:nvGrpSpPr>
      <p:grpSpPr>
        <a:xfrm>
          <a:off x="0" y="0"/>
          <a:ext cx="0" cy="0"/>
          <a:chOff x="0" y="0"/>
          <a:chExt cx="0" cy="0"/>
        </a:xfrm>
      </p:grpSpPr>
      <p:sp>
        <p:nvSpPr>
          <p:cNvPr id="117" name="Google Shape;117;p33"/>
          <p:cNvSpPr txBox="1"/>
          <p:nvPr>
            <p:ph type="ctrTitle"/>
          </p:nvPr>
        </p:nvSpPr>
        <p:spPr>
          <a:xfrm>
            <a:off x="247175" y="424975"/>
            <a:ext cx="8520600" cy="800400"/>
          </a:xfrm>
          <a:prstGeom prst="rect">
            <a:avLst/>
          </a:prstGeom>
          <a:noFill/>
          <a:ln>
            <a:noFill/>
          </a:ln>
        </p:spPr>
        <p:txBody>
          <a:bodyPr anchorCtr="0" anchor="t" bIns="91425" lIns="91425" spcFirstLastPara="1" rIns="91425" wrap="square" tIns="91425">
            <a:spAutoFit/>
          </a:bodyPr>
          <a:lstStyle/>
          <a:p>
            <a:pPr indent="0" lvl="0" marL="0" rtl="0" algn="l">
              <a:spcBef>
                <a:spcPts val="0"/>
              </a:spcBef>
              <a:spcAft>
                <a:spcPts val="0"/>
              </a:spcAft>
              <a:buNone/>
            </a:pPr>
            <a:r>
              <a:rPr lang="en" sz="4000">
                <a:solidFill>
                  <a:srgbClr val="1A1A1A"/>
                </a:solidFill>
                <a:latin typeface="Inter ExtraBold"/>
                <a:ea typeface="Inter ExtraBold"/>
                <a:cs typeface="Inter ExtraBold"/>
                <a:sym typeface="Inter ExtraBold"/>
              </a:rPr>
              <a:t>Updated</a:t>
            </a:r>
            <a:r>
              <a:rPr lang="en" sz="4000">
                <a:solidFill>
                  <a:srgbClr val="1A1A1A"/>
                </a:solidFill>
                <a:latin typeface="Inter ExtraBold"/>
                <a:ea typeface="Inter ExtraBold"/>
                <a:cs typeface="Inter ExtraBold"/>
                <a:sym typeface="Inter ExtraBold"/>
              </a:rPr>
              <a:t> Workflow </a:t>
            </a:r>
            <a:r>
              <a:rPr lang="en" sz="4000">
                <a:solidFill>
                  <a:srgbClr val="1A1A1A"/>
                </a:solidFill>
                <a:latin typeface="Inter ExtraBold"/>
                <a:ea typeface="Inter ExtraBold"/>
                <a:cs typeface="Inter ExtraBold"/>
                <a:sym typeface="Inter ExtraBold"/>
              </a:rPr>
              <a:t>with AI</a:t>
            </a:r>
            <a:endParaRPr sz="4000">
              <a:solidFill>
                <a:srgbClr val="1A1A1A"/>
              </a:solidFill>
              <a:latin typeface="Inter ExtraBold"/>
              <a:ea typeface="Inter ExtraBold"/>
              <a:cs typeface="Inter ExtraBold"/>
              <a:sym typeface="Inter ExtraBold"/>
            </a:endParaRPr>
          </a:p>
        </p:txBody>
      </p:sp>
      <p:sp>
        <p:nvSpPr>
          <p:cNvPr id="118" name="Google Shape;118;p33"/>
          <p:cNvSpPr txBox="1"/>
          <p:nvPr/>
        </p:nvSpPr>
        <p:spPr>
          <a:xfrm>
            <a:off x="247175" y="1331300"/>
            <a:ext cx="4372200" cy="461700"/>
          </a:xfrm>
          <a:prstGeom prst="rect">
            <a:avLst/>
          </a:prstGeom>
          <a:noFill/>
          <a:ln>
            <a:noFill/>
          </a:ln>
        </p:spPr>
        <p:txBody>
          <a:bodyPr anchorCtr="0" anchor="t" bIns="91425" lIns="91425" spcFirstLastPara="1" rIns="91425" wrap="square" tIns="91425">
            <a:spAutoFit/>
          </a:bodyPr>
          <a:lstStyle/>
          <a:p>
            <a:pPr indent="0" lvl="0" marL="0" rtl="0" algn="l">
              <a:spcBef>
                <a:spcPts val="0"/>
              </a:spcBef>
              <a:spcAft>
                <a:spcPts val="0"/>
              </a:spcAft>
              <a:buNone/>
            </a:pPr>
            <a:r>
              <a:t/>
            </a:r>
            <a:endParaRPr sz="1800">
              <a:solidFill>
                <a:schemeClr val="dk1"/>
              </a:solidFill>
              <a:highlight>
                <a:srgbClr val="FF9900"/>
              </a:highlight>
            </a:endParaRPr>
          </a:p>
        </p:txBody>
      </p:sp>
      <p:pic>
        <p:nvPicPr>
          <p:cNvPr id="119" name="Google Shape;119;p33" title="AI assited workflow (1).jpg"/>
          <p:cNvPicPr preferRelativeResize="0"/>
          <p:nvPr/>
        </p:nvPicPr>
        <p:blipFill>
          <a:blip r:embed="rId3">
            <a:alphaModFix/>
          </a:blip>
          <a:stretch>
            <a:fillRect/>
          </a:stretch>
        </p:blipFill>
        <p:spPr>
          <a:xfrm>
            <a:off x="2171300" y="1473175"/>
            <a:ext cx="4219827" cy="3152508"/>
          </a:xfrm>
          <a:prstGeom prst="rect">
            <a:avLst/>
          </a:prstGeom>
          <a:noFill/>
          <a:ln>
            <a:noFill/>
          </a:ln>
        </p:spPr>
      </p:pic>
    </p:spTree>
  </p:cSld>
  <p:clrMapOvr>
    <a:masterClrMapping/>
  </p:clrMapOvr>
</p:sld>
</file>

<file path=ppt/slides/slide7.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solidFill>
          <a:srgbClr val="F2F1EE"/>
        </a:solidFill>
      </p:bgPr>
    </p:bg>
    <p:spTree>
      <p:nvGrpSpPr>
        <p:cNvPr id="123" name="Shape 123"/>
        <p:cNvGrpSpPr/>
        <p:nvPr/>
      </p:nvGrpSpPr>
      <p:grpSpPr>
        <a:xfrm>
          <a:off x="0" y="0"/>
          <a:ext cx="0" cy="0"/>
          <a:chOff x="0" y="0"/>
          <a:chExt cx="0" cy="0"/>
        </a:xfrm>
      </p:grpSpPr>
      <p:pic>
        <p:nvPicPr>
          <p:cNvPr id="124" name="Google Shape;124;p34"/>
          <p:cNvPicPr preferRelativeResize="0"/>
          <p:nvPr/>
        </p:nvPicPr>
        <p:blipFill>
          <a:blip r:embed="rId3">
            <a:alphaModFix/>
          </a:blip>
          <a:stretch>
            <a:fillRect/>
          </a:stretch>
        </p:blipFill>
        <p:spPr>
          <a:xfrm>
            <a:off x="228600" y="228600"/>
            <a:ext cx="866775" cy="194225"/>
          </a:xfrm>
          <a:prstGeom prst="rect">
            <a:avLst/>
          </a:prstGeom>
          <a:noFill/>
          <a:ln>
            <a:noFill/>
          </a:ln>
        </p:spPr>
      </p:pic>
      <p:sp>
        <p:nvSpPr>
          <p:cNvPr id="125" name="Google Shape;125;p34"/>
          <p:cNvSpPr txBox="1"/>
          <p:nvPr>
            <p:ph type="ctrTitle"/>
          </p:nvPr>
        </p:nvSpPr>
        <p:spPr>
          <a:xfrm>
            <a:off x="96875" y="424975"/>
            <a:ext cx="8520600" cy="800400"/>
          </a:xfrm>
          <a:prstGeom prst="rect">
            <a:avLst/>
          </a:prstGeom>
          <a:noFill/>
          <a:ln>
            <a:noFill/>
          </a:ln>
        </p:spPr>
        <p:txBody>
          <a:bodyPr anchorCtr="0" anchor="t" bIns="91425" lIns="91425" spcFirstLastPara="1" rIns="91425" wrap="square" tIns="91425">
            <a:spAutoFit/>
          </a:bodyPr>
          <a:lstStyle/>
          <a:p>
            <a:pPr indent="0" lvl="0" marL="0" rtl="0" algn="l">
              <a:spcBef>
                <a:spcPts val="0"/>
              </a:spcBef>
              <a:spcAft>
                <a:spcPts val="0"/>
              </a:spcAft>
              <a:buNone/>
            </a:pPr>
            <a:r>
              <a:rPr lang="en" sz="4000">
                <a:solidFill>
                  <a:srgbClr val="1A1A1A"/>
                </a:solidFill>
                <a:latin typeface="Inter ExtraBold"/>
                <a:ea typeface="Inter ExtraBold"/>
                <a:cs typeface="Inter ExtraBold"/>
                <a:sym typeface="Inter ExtraBold"/>
              </a:rPr>
              <a:t>Conclusion</a:t>
            </a:r>
            <a:endParaRPr sz="4000">
              <a:solidFill>
                <a:srgbClr val="1A1A1A"/>
              </a:solidFill>
              <a:latin typeface="Inter ExtraBold"/>
              <a:ea typeface="Inter ExtraBold"/>
              <a:cs typeface="Inter ExtraBold"/>
              <a:sym typeface="Inter ExtraBold"/>
            </a:endParaRPr>
          </a:p>
        </p:txBody>
      </p:sp>
      <p:sp>
        <p:nvSpPr>
          <p:cNvPr id="126" name="Google Shape;126;p34"/>
          <p:cNvSpPr txBox="1"/>
          <p:nvPr>
            <p:ph idx="1" type="subTitle"/>
          </p:nvPr>
        </p:nvSpPr>
        <p:spPr>
          <a:xfrm>
            <a:off x="139800" y="2298300"/>
            <a:ext cx="8520600" cy="2616600"/>
          </a:xfrm>
          <a:prstGeom prst="rect">
            <a:avLst/>
          </a:prstGeom>
          <a:noFill/>
          <a:ln>
            <a:noFill/>
          </a:ln>
        </p:spPr>
        <p:txBody>
          <a:bodyPr anchorCtr="0" anchor="b" bIns="91425" lIns="91425" spcFirstLastPara="1" rIns="91425" wrap="square" tIns="91425">
            <a:noAutofit/>
          </a:bodyPr>
          <a:lstStyle/>
          <a:p>
            <a:pPr indent="0" lvl="0" marL="0" rtl="0" algn="l">
              <a:spcBef>
                <a:spcPts val="0"/>
              </a:spcBef>
              <a:spcAft>
                <a:spcPts val="0"/>
              </a:spcAft>
              <a:buNone/>
            </a:pPr>
            <a:r>
              <a:rPr lang="en" sz="1800">
                <a:solidFill>
                  <a:srgbClr val="1A1A1A"/>
                </a:solidFill>
                <a:latin typeface="Inter"/>
                <a:ea typeface="Inter"/>
                <a:cs typeface="Inter"/>
                <a:sym typeface="Inter"/>
              </a:rPr>
              <a:t>This project demonstrates how integrating AI into a traditional customer support workflow can meaningfully improve efficiency, consistency, and customer experience without eliminating the need for human judgment. By thoughtfully redesigning the process to automate repetitive tasks while preserving human oversight for complex issues, the final workflow balances speed, accuracy, and empathy, providing a scalable and future-ready support model.</a:t>
            </a:r>
            <a:endParaRPr>
              <a:solidFill>
                <a:srgbClr val="1A1A1A"/>
              </a:solidFill>
              <a:latin typeface="Inter"/>
              <a:ea typeface="Inter"/>
              <a:cs typeface="Inter"/>
              <a:sym typeface="Inter"/>
            </a:endParaRPr>
          </a:p>
        </p:txBody>
      </p:sp>
    </p:spTree>
  </p:cSld>
  <p:clrMapOvr>
    <a:masterClrMapping/>
  </p:clrMapOvr>
</p:sld>
</file>

<file path=ppt/theme/theme1.xml><?xml version="1.0" encoding="utf-8"?>
<a:theme xmlns:a="http://schemas.openxmlformats.org/drawingml/2006/main" xmlns:r="http://schemas.openxmlformats.org/officeDocument/2006/relationships" name="Simple Light">
  <a:themeElements>
    <a:clrScheme name="Simple Light">
      <a:dk1>
        <a:srgbClr val="000000"/>
      </a:dk1>
      <a:lt1>
        <a:srgbClr val="FFFFFF"/>
      </a:lt1>
      <a:dk2>
        <a:srgbClr val="595959"/>
      </a:dk2>
      <a:lt2>
        <a:srgbClr val="EEEEEE"/>
      </a:lt2>
      <a:accent1>
        <a:srgbClr val="4285F4"/>
      </a:accent1>
      <a:accent2>
        <a:srgbClr val="212121"/>
      </a:accent2>
      <a:accent3>
        <a:srgbClr val="78909C"/>
      </a:accent3>
      <a:accent4>
        <a:srgbClr val="FFAB40"/>
      </a:accent4>
      <a:accent5>
        <a:srgbClr val="0097A7"/>
      </a:accent5>
      <a:accent6>
        <a:srgbClr val="EEFF41"/>
      </a:accent6>
      <a:hlink>
        <a:srgbClr val="0097A7"/>
      </a:hlink>
      <a:folHlink>
        <a:srgbClr val="0097A7"/>
      </a:folHlink>
    </a:clrScheme>
    <a:fontScheme name="Office">
      <a:majorFont>
        <a:latin typeface="Arial"/>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Arial"/>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theme>
</file>

<file path=ppt/theme/theme2.xml><?xml version="1.0" encoding="utf-8"?>
<a:theme xmlns:a="http://schemas.openxmlformats.org/drawingml/2006/main" xmlns:r="http://schemas.openxmlformats.org/officeDocument/2006/relationships" name="Simple Light">
  <a:themeElements>
    <a:clrScheme name="Simple Light">
      <a:dk1>
        <a:srgbClr val="000000"/>
      </a:dk1>
      <a:lt1>
        <a:srgbClr val="FFFFFF"/>
      </a:lt1>
      <a:dk2>
        <a:srgbClr val="595959"/>
      </a:dk2>
      <a:lt2>
        <a:srgbClr val="EEEEEE"/>
      </a:lt2>
      <a:accent1>
        <a:srgbClr val="4285F4"/>
      </a:accent1>
      <a:accent2>
        <a:srgbClr val="212121"/>
      </a:accent2>
      <a:accent3>
        <a:srgbClr val="78909C"/>
      </a:accent3>
      <a:accent4>
        <a:srgbClr val="FFAB40"/>
      </a:accent4>
      <a:accent5>
        <a:srgbClr val="0097A7"/>
      </a:accent5>
      <a:accent6>
        <a:srgbClr val="EEFF41"/>
      </a:accent6>
      <a:hlink>
        <a:srgbClr val="0097A7"/>
      </a:hlink>
      <a:folHlink>
        <a:srgbClr val="0097A7"/>
      </a:folHlink>
    </a:clrScheme>
    <a:fontScheme name="Office">
      <a:majorFont>
        <a:latin typeface="Arial"/>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Arial"/>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theme>
</file>

<file path=ppt/theme/theme3.xml><?xml version="1.0" encoding="utf-8"?>
<a:theme xmlns:a="http://schemas.openxmlformats.org/drawingml/2006/main" xmlns:r="http://schemas.openxmlformats.org/officeDocument/2006/relationships">
  <a:themeElements>
    <a:clrScheme name="Default">
      <a:dk1>
        <a:srgbClr val="000000"/>
      </a:dk1>
      <a:lt1>
        <a:srgbClr val="FFFFFF"/>
      </a:lt1>
      <a:dk2>
        <a:srgbClr val="158158"/>
      </a:dk2>
      <a:lt2>
        <a:srgbClr val="F3F3F3"/>
      </a:lt2>
      <a:accent1>
        <a:srgbClr val="058DC7"/>
      </a:accent1>
      <a:accent2>
        <a:srgbClr val="50B432"/>
      </a:accent2>
      <a:accent3>
        <a:srgbClr val="ED561B"/>
      </a:accent3>
      <a:accent4>
        <a:srgbClr val="EDEF00"/>
      </a:accent4>
      <a:accent5>
        <a:srgbClr val="24CBE5"/>
      </a:accent5>
      <a:accent6>
        <a:srgbClr val="64E572"/>
      </a:accent6>
      <a:hlink>
        <a:srgbClr val="2200CC"/>
      </a:hlink>
      <a:folHlink>
        <a:srgbClr val="551A8B"/>
      </a:folHlink>
    </a:clrScheme>
    <a:fontScheme name="Office">
      <a:majorFont>
        <a:latin typeface="Arial"/>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Arial"/>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theme>
</file>